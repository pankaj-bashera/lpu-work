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79" r:id="rId6"/>
    <p:sldId id="280" r:id="rId7"/>
    <p:sldId id="341" r:id="rId8"/>
    <p:sldId id="281" r:id="rId9"/>
    <p:sldId id="282" r:id="rId10"/>
    <p:sldId id="283" r:id="rId11"/>
    <p:sldId id="284" r:id="rId12"/>
    <p:sldId id="285" r:id="rId13"/>
    <p:sldId id="318" r:id="rId14"/>
    <p:sldId id="286" r:id="rId15"/>
    <p:sldId id="287" r:id="rId16"/>
    <p:sldId id="288" r:id="rId17"/>
    <p:sldId id="289" r:id="rId18"/>
    <p:sldId id="319" r:id="rId19"/>
    <p:sldId id="334" r:id="rId20"/>
    <p:sldId id="339" r:id="rId21"/>
    <p:sldId id="314" r:id="rId22"/>
    <p:sldId id="315" r:id="rId23"/>
    <p:sldId id="316" r:id="rId24"/>
    <p:sldId id="317" r:id="rId25"/>
    <p:sldId id="320" r:id="rId26"/>
    <p:sldId id="321" r:id="rId27"/>
    <p:sldId id="322" r:id="rId28"/>
    <p:sldId id="323" r:id="rId29"/>
    <p:sldId id="324" r:id="rId30"/>
    <p:sldId id="325" r:id="rId31"/>
    <p:sldId id="344" r:id="rId32"/>
    <p:sldId id="345" r:id="rId33"/>
    <p:sldId id="346" r:id="rId34"/>
    <p:sldId id="295" r:id="rId35"/>
    <p:sldId id="327" r:id="rId36"/>
    <p:sldId id="328" r:id="rId37"/>
    <p:sldId id="329" r:id="rId38"/>
    <p:sldId id="296" r:id="rId39"/>
    <p:sldId id="332" r:id="rId40"/>
    <p:sldId id="349" r:id="rId41"/>
    <p:sldId id="350" r:id="rId42"/>
    <p:sldId id="351" r:id="rId43"/>
    <p:sldId id="352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18:20:11.6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24575,'0'0'0,"4"172"0,-1-141 0,1-1 0,2 0 0,14 47 0,64 202 0,-76-242 0,-1-2 0,19 51 0,-16-70 0,-10-15 0,1-1 0,-1 0 0,0 0 0,0 0 0,0 0 0,1 0 0,-1 0 0,0 0 0,0 0 0,0 0 0,1 0 0,-1 0 0,0 0 0,0 0 0,1 0 0,-1 0 0,0 0 0,0 0 0,0 0 0,1 0 0,-1 0 0,0 0 0,0 0 0,0 0 0,1 0 0,-1-1 0,0 1 0,0 0 0,0 0 0,0 0 0,1 0 0,-1 0 0,0-1 0,0 1 0,0 0 0,0 0 0,0 0 0,1-1 0,0-2 0,0 0 0,0 0 0,0 0 0,0 0 0,-1 0 0,1 0 0,-1 0 0,0-5 0,-2-16 0,0 0 0,-2 1 0,-1 0 0,-13-39 0,10 37 0,1-1 0,1 0 0,-2-31 0,7 57 0,1-1 0,0 1 0,0-1 0,0 0 0,0 1 0,0-1 0,0 1 0,0-1 0,0 1 0,0-1 0,0 0 0,0 1 0,0-1 0,0 1 0,1-1 0,-1 1 0,0-1 0,0 1 0,0-1 0,1 1 0,-1-1 0,0 1 0,1-1 0,-1 1 0,1-1 0,-1 1 0,0-1 0,1 1 0,13 6 0,15 26 0,20 40 0,-4 2 0,-2 2 0,46 115 0,-79-168-227,-2 0-1,-1 0 1,-1 1-1,-1 0 1,4 42-1,-8-42-6598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18:20:15.14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0 212 24575,'829'28'0,"-563"0"0,262 12 0,-520-40 0,95 0 0,198-24 0,-243 14 0,17-2 0,0-4 0,79-26 0,-131 36 0,-1 0 0,1 2 0,45-3 0,8-1 0,31-7 0,186-1 0,-26 16-121,1632-22-2720,-530-42 2841,-771 34 0,-505 25-13,692-15-401,-273 59 1695,-214-10 744,-288-28-2015,118 8 27,179 37-1,-223-29-36,106 7 0,-17-2-1365,-152-20-5461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18:20:31.31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24575,'0'469'0,"0"-464"0,0 0 0,0 0 0,0 0 0,1 0 0,0 0 0,0 0 0,0 0 0,0 0 0,4 8 0,-5-13 0,1 0 0,-1 0 0,0 0 0,0 1 0,1-1 0,-1 0 0,0 0 0,1 0 0,-1 0 0,0 1 0,1-1 0,-1 0 0,0 0 0,1 0 0,-1 0 0,0 0 0,1 0 0,-1 0 0,0 0 0,1 0 0,-1 0 0,0 0 0,1 0 0,-1 0 0,0 0 0,1 0 0,-1-1 0,0 1 0,1 0 0,-1 0 0,0 0 0,0 0 0,1-1 0,-1 1 0,0 0 0,1 0 0,-1 0 0,0-1 0,0 1 0,0 0 0,1-1 0,11-14 0,-10 12 0,15-23-455,-1 0 0,19-43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18:20:37.32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0 143 24575,'50'68'0,"84"68"0,-104-107 0,-21-22 0,0 1 0,-1 1 0,0 0 0,0 0 0,-1 0 0,11 21 0,-11-16 0,0-1 0,0 1 0,-1 0 0,-1 0 0,5 21 0,-9-32 0,0 0 0,-1 0 0,0 0 0,1 0 0,-1 1 0,0-1 0,0 0 0,-1 0 0,1 0 0,-1 0 0,0 0 0,1 1 0,-1-1 0,-1 0 0,1-1 0,0 1 0,-1 0 0,1 0 0,-1 0 0,0-1 0,0 1 0,0-1 0,0 0 0,0 1 0,-1-1 0,1 0 0,-4 2 0,0-1 0,0-1 0,0 1 0,0-1 0,0 0 0,0-1 0,0 1 0,-1-1 0,1 0 0,-12-1 0,2 1 0,358-7 0,-205 8 0,20 0 0,175-5 0,-322 2 0,1 0 0,-1-1 0,0 0 0,1-1 0,-1 0 0,0-1 0,0 0 0,-1-1 0,1 0 0,-1 0 0,0-1 0,-1 0 0,1 0 0,-1-1 0,0 0 0,-1-1 0,0 0 0,0 0 0,0 0 0,-1-1 0,-1 0 0,1 0 0,-1-1 0,-1 0 0,5-15 0,3-19 0,-3 0 0,-2 0 0,-1 0 0,-3-1 0,-4-87 0,1 127 0,0 0 0,0 1 0,-1-1 0,0 0 0,0 1 0,0-1 0,-1 1 0,1-1 0,-1 1 0,0 0 0,0 0 0,-1 0 0,1 0 0,-1 0 0,0 0 0,0 1 0,-5-5 0,2 3 0,-1 1 0,0 1 0,0-1 0,0 1 0,0 0 0,0 1 0,0 0 0,-1 0 0,-14-2 0,-67-7 0,1 5 0,-179 9 0,191 6 0,0 3 0,-93 28 0,83-18 0,69-18 0,1 1 0,-1 0 0,-22 11 0,35-14 0,0 0 0,0 0 0,0 0 0,1 1 0,-1 0 0,0 0 0,1 0 0,0 0 0,0 1 0,0-1 0,0 1 0,0 0 0,1-1 0,0 1 0,0 1 0,0-1 0,-3 8 0,2 3 0,0 0 0,1 0 0,1 0 0,1 23 0,0-30 0,1 0 0,-1 0 0,2-1 0,-1 1 0,1 0 0,0-1 0,1 1 0,0-1 0,0 0 0,6 10 0,-6-13 0,1-1 0,-1 1 0,1-1 0,0 0 0,0 0 0,0 0 0,0-1 0,0 1 0,1-1 0,-1 0 0,1 0 0,8 2 0,66 11 0,-47-9 0,17 1 0,0-2 0,0-2 0,0-2 0,0-2 0,93-15 0,-40 7 0,-66 7 0,38-6 0,-70 7 0,0 0 0,0 1 0,0-1 0,0 1 0,0 0 0,0 0 0,-1 0 0,1 1 0,0-1 0,0 1 0,0 0 0,7 3 0,-9-2 0,1-1 0,-1 1 0,0 0 0,1 0 0,-1 0 0,0 0 0,0 0 0,0 1 0,-1-1 0,1 1 0,0-1 0,-1 1 0,0-1 0,0 1 0,1 0 0,-2 0 0,3 5 0,3 21 0,3 36 0,-8-49 0,1 1 0,0 0 0,2-1 0,0 1 0,0-1 0,2 0 0,13 28 0,-15-39 0,-1-1 0,1 1 0,-1-1 0,2 0 0,-1 0 0,0-1 0,1 1 0,-1-1 0,1 0 0,0 0 0,0-1 0,0 1 0,0-1 0,1 0 0,-1-1 0,1 1 0,-1-1 0,10 1 0,10 1 0,1-2 0,48-4 0,-26 1 0,-28 2 0,-6 1 0,0-1 0,1-1 0,-1 0 0,0-1 0,0 0 0,0-1 0,0-1 0,23-9 0,96-59 339,-14 6-2043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18:20:38.36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2E1C5-5AA7-4170-8A76-95EC6D23AD14}" type="datetimeFigureOut">
              <a:rPr lang="en-US" smtClean="0"/>
              <a:t>30-Aug-25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770619-892A-4F9C-9504-9335EAE64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655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>
            <a:extLst>
              <a:ext uri="{FF2B5EF4-FFF2-40B4-BE49-F238E27FC236}">
                <a16:creationId xmlns:a16="http://schemas.microsoft.com/office/drawing/2014/main" id="{2B1E2CB0-6759-3BB6-470C-10F1A99740A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>
            <a:extLst>
              <a:ext uri="{FF2B5EF4-FFF2-40B4-BE49-F238E27FC236}">
                <a16:creationId xmlns:a16="http://schemas.microsoft.com/office/drawing/2014/main" id="{6FBC5276-54B2-E113-9D52-7BE6B7414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id="{0F8F9948-7D14-CC7F-40EB-FA5188F55A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1BBBDDC5-0457-4ED8-8BC6-5A4088E59103}" type="slidenum"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5</a:t>
            </a:fld>
            <a:endParaRPr lang="en-US" altLang="en-US" sz="12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>
            <a:extLst>
              <a:ext uri="{FF2B5EF4-FFF2-40B4-BE49-F238E27FC236}">
                <a16:creationId xmlns:a16="http://schemas.microsoft.com/office/drawing/2014/main" id="{CEB34207-45A9-31C0-2855-DE333C7F0BD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>
            <a:extLst>
              <a:ext uri="{FF2B5EF4-FFF2-40B4-BE49-F238E27FC236}">
                <a16:creationId xmlns:a16="http://schemas.microsoft.com/office/drawing/2014/main" id="{80023149-4CD3-FD39-CC68-DC0025B4D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8132" name="Slide Number Placeholder 3">
            <a:extLst>
              <a:ext uri="{FF2B5EF4-FFF2-40B4-BE49-F238E27FC236}">
                <a16:creationId xmlns:a16="http://schemas.microsoft.com/office/drawing/2014/main" id="{318C6AC5-C7ED-ED22-0C10-AE09B8F858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26EDFAC2-05CC-4864-A996-A21188086DF8}" type="slidenum"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39</a:t>
            </a:fld>
            <a:endParaRPr lang="en-US" altLang="en-US" sz="12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14D6C56B-2AB7-5FAE-A71F-66708853EB2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95348D94-910A-F0CD-0379-D3BFAA600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D4814E4F-1122-EFA4-8720-DB94A8A2AB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8F59A542-1B61-49EE-BD5B-21F838F837BE}" type="slidenum">
              <a:rPr lang="en-US" altLang="en-US" sz="12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40</a:t>
            </a:fld>
            <a:endParaRPr lang="en-US" altLang="en-US" sz="12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E40E8-179A-0C21-E04E-66F894709D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968CE-BDD4-4F70-4B7E-F9A63EA79C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A007E-801D-C626-8146-D61E40680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A11EF-F4CA-498D-96D1-7E5AB04BB878}" type="datetimeFigureOut">
              <a:rPr lang="en-US" smtClean="0"/>
              <a:t>30-Aug-25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2D899-A37E-0C69-7051-7AD0D6D9D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006AF-8F7C-B8CB-FE71-1E964359B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9174B-CB22-4BD5-BF26-930126C45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592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0D179-F477-0172-745C-A8E5B906E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F94DD-4AAC-BA32-30B3-51E32E9E5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F9E67-CC31-6CC2-571A-881637EF6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A11EF-F4CA-498D-96D1-7E5AB04BB878}" type="datetimeFigureOut">
              <a:rPr lang="en-US" smtClean="0"/>
              <a:t>30-Aug-25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41DF5-41B1-C2E2-CC8B-2201C5A63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56F65-354F-BF3A-00D8-33B602862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9174B-CB22-4BD5-BF26-930126C45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049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68686-380C-468D-9E65-8B62866D4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C64F6E-65C0-92DD-C115-2F1D9D899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932D6-42EE-B03B-D2BB-75A2693F5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A11EF-F4CA-498D-96D1-7E5AB04BB878}" type="datetimeFigureOut">
              <a:rPr lang="en-US" smtClean="0"/>
              <a:t>30-Aug-25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5E3F7-E4DD-3B86-BCBC-BB070AC1C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7822C-EDC7-2DAD-A1C5-34E147952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9174B-CB22-4BD5-BF26-930126C45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224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88C0C-C98B-7E88-4F82-1BF0F656D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CCAB0-AFED-EEA5-B1CA-C1E23A9C73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3684A9-C453-BDBF-E4CF-1A8AF281C7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B5238-9B1E-FB9A-0D30-7B8438B5D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A11EF-F4CA-498D-96D1-7E5AB04BB878}" type="datetimeFigureOut">
              <a:rPr lang="en-US" smtClean="0"/>
              <a:t>30-Aug-25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388FD-CF5D-723A-984D-AED2FA63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B020E-74BE-D026-1A6F-EA73B417E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9174B-CB22-4BD5-BF26-930126C45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237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5C025-78CF-DB2D-1ACC-329B4A032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F1121-307E-9633-EC08-BFCE6BDA4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946E52-DD95-22D0-C86C-D7DCF9C5E4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76FBF0-3125-194D-B3D3-E958539CC2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DB3B60-54FA-746C-CC85-AED32BE2CD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DEAD74-2958-6418-E832-5F51B417C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A11EF-F4CA-498D-96D1-7E5AB04BB878}" type="datetimeFigureOut">
              <a:rPr lang="en-US" smtClean="0"/>
              <a:t>30-Aug-25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627A2A-5EB3-AF9D-7D83-82F0661B9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C07FEC-6A70-59BD-E03F-B5666C626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9174B-CB22-4BD5-BF26-930126C45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54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58EAB-0D90-0130-8761-11224EE16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B6D296-53FC-0999-4678-595A3E898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A11EF-F4CA-498D-96D1-7E5AB04BB878}" type="datetimeFigureOut">
              <a:rPr lang="en-US" smtClean="0"/>
              <a:t>30-Aug-25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17176A-34B5-660B-7814-910F056FE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3278FE-2BB2-B4C0-8E68-8AD5E3C39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9174B-CB22-4BD5-BF26-930126C45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673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BCCC62-6C89-75B4-D3EC-416EF7742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A11EF-F4CA-498D-96D1-7E5AB04BB878}" type="datetimeFigureOut">
              <a:rPr lang="en-US" smtClean="0"/>
              <a:t>30-Aug-25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CEF859-3970-345C-D1C9-385410410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BE000-9B81-14C4-414D-84B72236C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9174B-CB22-4BD5-BF26-930126C45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966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67CED-692C-BA95-EA57-025CF6E68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27913-1BF9-15BB-7BC3-EC71980DD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67E33A-2050-562E-603A-323F94EDA8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4FC2C-9F8C-5F8A-685E-CDBB77C7F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A11EF-F4CA-498D-96D1-7E5AB04BB878}" type="datetimeFigureOut">
              <a:rPr lang="en-US" smtClean="0"/>
              <a:t>30-Aug-25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ADEF55-A06D-5CB6-D727-FF5ACA9BF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825048-93DD-64F8-323D-205D224D5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9174B-CB22-4BD5-BF26-930126C45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91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37660-CCFB-AE33-150A-39ABB16DE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AA7197-5202-CF02-0119-4C06D36A25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28FD1-F64F-C829-2F75-A7D0EA1D4F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69A0AA-3A8F-4AE7-CB82-FA29038EA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A11EF-F4CA-498D-96D1-7E5AB04BB878}" type="datetimeFigureOut">
              <a:rPr lang="en-US" smtClean="0"/>
              <a:t>30-Aug-25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B16D14-65C3-57A0-629C-2BB6D407C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A384E9-4B33-8A38-C1FC-96871A6E7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9174B-CB22-4BD5-BF26-930126C45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181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AA8B7-3AF2-E951-31FC-5572A289D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619AF5-CF23-C9A0-B40C-A20F08D80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7A8D7-2406-ED2C-5B14-6D35806B9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A11EF-F4CA-498D-96D1-7E5AB04BB878}" type="datetimeFigureOut">
              <a:rPr lang="en-US" smtClean="0"/>
              <a:t>30-Aug-25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6B8B1-8E58-43E2-A1A8-C1DA7C1ED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CD02E-8540-E21A-5426-BBA62AD68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9174B-CB22-4BD5-BF26-930126C45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10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A67D3A-D9B9-E568-F241-0F927152BE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1CC39A-C9E6-891F-ABA2-8563DED0B4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C704E-9C4F-4A46-790C-0D17FF05E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A11EF-F4CA-498D-96D1-7E5AB04BB878}" type="datetimeFigureOut">
              <a:rPr lang="en-US" smtClean="0"/>
              <a:t>30-Aug-25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436DC-F81A-0FA2-07DF-E69FEB09B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0A307-4B19-19BF-2CFB-37CF7653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9174B-CB22-4BD5-BF26-930126C45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754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2FF171-D28B-5DB7-55BF-77BD51414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13C9A-7C05-97AC-AC05-D23DF5848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5A37D-B584-4891-B8DA-9FF332770F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DA11EF-F4CA-498D-96D1-7E5AB04BB878}" type="datetimeFigureOut">
              <a:rPr lang="en-US" smtClean="0"/>
              <a:t>30-Aug-25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901BF-B10D-7A7F-591D-C60559774A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47386-6677-5E1A-E997-A3F2571E23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A9174B-CB22-4BD5-BF26-930126C45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951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wmf"/><Relationship Id="rId18" Type="http://schemas.openxmlformats.org/officeDocument/2006/relationships/image" Target="../media/image9.wmf"/><Relationship Id="rId3" Type="http://schemas.openxmlformats.org/officeDocument/2006/relationships/image" Target="../media/image2.wmf"/><Relationship Id="rId21" Type="http://schemas.openxmlformats.org/officeDocument/2006/relationships/oleObject" Target="../embeddings/oleObject12.bin"/><Relationship Id="rId7" Type="http://schemas.openxmlformats.org/officeDocument/2006/relationships/image" Target="../media/image4.wmf"/><Relationship Id="rId12" Type="http://schemas.openxmlformats.org/officeDocument/2006/relationships/oleObject" Target="../embeddings/oleObject6.bin"/><Relationship Id="rId17" Type="http://schemas.openxmlformats.org/officeDocument/2006/relationships/oleObject" Target="../embeddings/oleObject9.bin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14.bin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image" Target="../media/image10.wmf"/><Relationship Id="rId10" Type="http://schemas.openxmlformats.org/officeDocument/2006/relationships/oleObject" Target="../embeddings/oleObject5.bin"/><Relationship Id="rId19" Type="http://schemas.openxmlformats.org/officeDocument/2006/relationships/oleObject" Target="../embeddings/oleObject10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3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8.wmf"/><Relationship Id="rId18" Type="http://schemas.openxmlformats.org/officeDocument/2006/relationships/oleObject" Target="../embeddings/oleObject11.bin"/><Relationship Id="rId26" Type="http://schemas.openxmlformats.org/officeDocument/2006/relationships/oleObject" Target="../embeddings/oleObject18.bin"/><Relationship Id="rId3" Type="http://schemas.openxmlformats.org/officeDocument/2006/relationships/image" Target="../media/image3.wmf"/><Relationship Id="rId21" Type="http://schemas.openxmlformats.org/officeDocument/2006/relationships/image" Target="../media/image10.wmf"/><Relationship Id="rId7" Type="http://schemas.openxmlformats.org/officeDocument/2006/relationships/image" Target="../media/image5.wmf"/><Relationship Id="rId12" Type="http://schemas.openxmlformats.org/officeDocument/2006/relationships/oleObject" Target="../embeddings/oleObject7.bin"/><Relationship Id="rId17" Type="http://schemas.openxmlformats.org/officeDocument/2006/relationships/oleObject" Target="../embeddings/oleObject10.bin"/><Relationship Id="rId25" Type="http://schemas.openxmlformats.org/officeDocument/2006/relationships/oleObject" Target="../embeddings/oleObject14.bin"/><Relationship Id="rId2" Type="http://schemas.openxmlformats.org/officeDocument/2006/relationships/oleObject" Target="../embeddings/oleObject2.bin"/><Relationship Id="rId16" Type="http://schemas.openxmlformats.org/officeDocument/2006/relationships/image" Target="../media/image9.wmf"/><Relationship Id="rId20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7.wmf"/><Relationship Id="rId24" Type="http://schemas.openxmlformats.org/officeDocument/2006/relationships/oleObject" Target="../embeddings/oleObject17.bin"/><Relationship Id="rId5" Type="http://schemas.openxmlformats.org/officeDocument/2006/relationships/image" Target="../media/image4.wmf"/><Relationship Id="rId15" Type="http://schemas.openxmlformats.org/officeDocument/2006/relationships/oleObject" Target="../embeddings/oleObject9.bin"/><Relationship Id="rId23" Type="http://schemas.openxmlformats.org/officeDocument/2006/relationships/oleObject" Target="../embeddings/oleObject16.bin"/><Relationship Id="rId10" Type="http://schemas.openxmlformats.org/officeDocument/2006/relationships/oleObject" Target="../embeddings/oleObject6.bin"/><Relationship Id="rId19" Type="http://schemas.openxmlformats.org/officeDocument/2006/relationships/oleObject" Target="../embeddings/oleObject12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8.bin"/><Relationship Id="rId22" Type="http://schemas.openxmlformats.org/officeDocument/2006/relationships/oleObject" Target="../embeddings/oleObject15.bin"/><Relationship Id="rId27" Type="http://schemas.openxmlformats.org/officeDocument/2006/relationships/image" Target="../media/image2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7.wmf"/><Relationship Id="rId18" Type="http://schemas.openxmlformats.org/officeDocument/2006/relationships/image" Target="../media/image9.wmf"/><Relationship Id="rId26" Type="http://schemas.openxmlformats.org/officeDocument/2006/relationships/oleObject" Target="../embeddings/oleObject33.bin"/><Relationship Id="rId3" Type="http://schemas.openxmlformats.org/officeDocument/2006/relationships/image" Target="../media/image2.wmf"/><Relationship Id="rId21" Type="http://schemas.openxmlformats.org/officeDocument/2006/relationships/oleObject" Target="../embeddings/oleObject29.bin"/><Relationship Id="rId7" Type="http://schemas.openxmlformats.org/officeDocument/2006/relationships/image" Target="../media/image4.wmf"/><Relationship Id="rId12" Type="http://schemas.openxmlformats.org/officeDocument/2006/relationships/oleObject" Target="../embeddings/oleObject23.bin"/><Relationship Id="rId17" Type="http://schemas.openxmlformats.org/officeDocument/2006/relationships/oleObject" Target="../embeddings/oleObject26.bin"/><Relationship Id="rId25" Type="http://schemas.openxmlformats.org/officeDocument/2006/relationships/oleObject" Target="../embeddings/oleObject32.bin"/><Relationship Id="rId2" Type="http://schemas.openxmlformats.org/officeDocument/2006/relationships/oleObject" Target="../embeddings/oleObject18.bin"/><Relationship Id="rId16" Type="http://schemas.openxmlformats.org/officeDocument/2006/relationships/oleObject" Target="../embeddings/oleObject25.bin"/><Relationship Id="rId20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31.bin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image" Target="../media/image10.wmf"/><Relationship Id="rId10" Type="http://schemas.openxmlformats.org/officeDocument/2006/relationships/oleObject" Target="../embeddings/oleObject22.bin"/><Relationship Id="rId19" Type="http://schemas.openxmlformats.org/officeDocument/2006/relationships/oleObject" Target="../embeddings/oleObject27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24.bin"/><Relationship Id="rId22" Type="http://schemas.openxmlformats.org/officeDocument/2006/relationships/oleObject" Target="../embeddings/oleObject3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13" Type="http://schemas.openxmlformats.org/officeDocument/2006/relationships/image" Target="../media/image7.wmf"/><Relationship Id="rId18" Type="http://schemas.openxmlformats.org/officeDocument/2006/relationships/image" Target="../media/image9.wmf"/><Relationship Id="rId26" Type="http://schemas.openxmlformats.org/officeDocument/2006/relationships/oleObject" Target="../embeddings/oleObject33.bin"/><Relationship Id="rId3" Type="http://schemas.openxmlformats.org/officeDocument/2006/relationships/image" Target="../media/image2.wmf"/><Relationship Id="rId21" Type="http://schemas.openxmlformats.org/officeDocument/2006/relationships/oleObject" Target="../embeddings/oleObject45.bin"/><Relationship Id="rId7" Type="http://schemas.openxmlformats.org/officeDocument/2006/relationships/image" Target="../media/image4.wmf"/><Relationship Id="rId12" Type="http://schemas.openxmlformats.org/officeDocument/2006/relationships/oleObject" Target="../embeddings/oleObject39.bin"/><Relationship Id="rId17" Type="http://schemas.openxmlformats.org/officeDocument/2006/relationships/oleObject" Target="../embeddings/oleObject42.bin"/><Relationship Id="rId25" Type="http://schemas.openxmlformats.org/officeDocument/2006/relationships/oleObject" Target="../embeddings/oleObject48.bin"/><Relationship Id="rId2" Type="http://schemas.openxmlformats.org/officeDocument/2006/relationships/oleObject" Target="../embeddings/oleObject34.bin"/><Relationship Id="rId16" Type="http://schemas.openxmlformats.org/officeDocument/2006/relationships/oleObject" Target="../embeddings/oleObject41.bin"/><Relationship Id="rId20" Type="http://schemas.openxmlformats.org/officeDocument/2006/relationships/oleObject" Target="../embeddings/oleObject4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47.bin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image" Target="../media/image10.wmf"/><Relationship Id="rId10" Type="http://schemas.openxmlformats.org/officeDocument/2006/relationships/oleObject" Target="../embeddings/oleObject38.bin"/><Relationship Id="rId19" Type="http://schemas.openxmlformats.org/officeDocument/2006/relationships/oleObject" Target="../embeddings/oleObject43.bin"/><Relationship Id="rId4" Type="http://schemas.openxmlformats.org/officeDocument/2006/relationships/oleObject" Target="../embeddings/oleObject35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40.bin"/><Relationship Id="rId22" Type="http://schemas.openxmlformats.org/officeDocument/2006/relationships/oleObject" Target="../embeddings/oleObject46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58.bin"/><Relationship Id="rId26" Type="http://schemas.openxmlformats.org/officeDocument/2006/relationships/oleObject" Target="../embeddings/oleObject64.bin"/><Relationship Id="rId3" Type="http://schemas.openxmlformats.org/officeDocument/2006/relationships/image" Target="../media/image2.wmf"/><Relationship Id="rId21" Type="http://schemas.openxmlformats.org/officeDocument/2006/relationships/oleObject" Target="../embeddings/oleObject60.bin"/><Relationship Id="rId7" Type="http://schemas.openxmlformats.org/officeDocument/2006/relationships/image" Target="../media/image4.wmf"/><Relationship Id="rId12" Type="http://schemas.openxmlformats.org/officeDocument/2006/relationships/oleObject" Target="../embeddings/oleObject54.bin"/><Relationship Id="rId17" Type="http://schemas.openxmlformats.org/officeDocument/2006/relationships/oleObject" Target="../embeddings/oleObject57.bin"/><Relationship Id="rId25" Type="http://schemas.openxmlformats.org/officeDocument/2006/relationships/oleObject" Target="../embeddings/oleObject63.bin"/><Relationship Id="rId2" Type="http://schemas.openxmlformats.org/officeDocument/2006/relationships/oleObject" Target="../embeddings/oleObject49.bin"/><Relationship Id="rId16" Type="http://schemas.openxmlformats.org/officeDocument/2006/relationships/oleObject" Target="../embeddings/oleObject56.bin"/><Relationship Id="rId20" Type="http://schemas.openxmlformats.org/officeDocument/2006/relationships/oleObject" Target="../embeddings/oleObject5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1.bin"/><Relationship Id="rId11" Type="http://schemas.openxmlformats.org/officeDocument/2006/relationships/image" Target="../media/image6.wmf"/><Relationship Id="rId24" Type="http://schemas.openxmlformats.org/officeDocument/2006/relationships/image" Target="../media/image10.wmf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oleObject" Target="../embeddings/oleObject62.bin"/><Relationship Id="rId10" Type="http://schemas.openxmlformats.org/officeDocument/2006/relationships/oleObject" Target="../embeddings/oleObject53.bin"/><Relationship Id="rId19" Type="http://schemas.openxmlformats.org/officeDocument/2006/relationships/image" Target="../media/image9.wmf"/><Relationship Id="rId4" Type="http://schemas.openxmlformats.org/officeDocument/2006/relationships/oleObject" Target="../embeddings/oleObject50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55.bin"/><Relationship Id="rId22" Type="http://schemas.openxmlformats.org/officeDocument/2006/relationships/oleObject" Target="../embeddings/oleObject61.bin"/><Relationship Id="rId27" Type="http://schemas.openxmlformats.org/officeDocument/2006/relationships/oleObject" Target="../embeddings/oleObject33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13" Type="http://schemas.openxmlformats.org/officeDocument/2006/relationships/image" Target="../media/image7.wmf"/><Relationship Id="rId18" Type="http://schemas.openxmlformats.org/officeDocument/2006/relationships/image" Target="../media/image9.wmf"/><Relationship Id="rId26" Type="http://schemas.openxmlformats.org/officeDocument/2006/relationships/oleObject" Target="../embeddings/oleObject33.bin"/><Relationship Id="rId3" Type="http://schemas.openxmlformats.org/officeDocument/2006/relationships/image" Target="../media/image2.wmf"/><Relationship Id="rId21" Type="http://schemas.openxmlformats.org/officeDocument/2006/relationships/oleObject" Target="../embeddings/oleObject76.bin"/><Relationship Id="rId7" Type="http://schemas.openxmlformats.org/officeDocument/2006/relationships/image" Target="../media/image4.wmf"/><Relationship Id="rId12" Type="http://schemas.openxmlformats.org/officeDocument/2006/relationships/oleObject" Target="../embeddings/oleObject70.bin"/><Relationship Id="rId17" Type="http://schemas.openxmlformats.org/officeDocument/2006/relationships/oleObject" Target="../embeddings/oleObject73.bin"/><Relationship Id="rId25" Type="http://schemas.openxmlformats.org/officeDocument/2006/relationships/oleObject" Target="../embeddings/oleObject79.bin"/><Relationship Id="rId2" Type="http://schemas.openxmlformats.org/officeDocument/2006/relationships/oleObject" Target="../embeddings/oleObject65.bin"/><Relationship Id="rId16" Type="http://schemas.openxmlformats.org/officeDocument/2006/relationships/oleObject" Target="../embeddings/oleObject72.bin"/><Relationship Id="rId20" Type="http://schemas.openxmlformats.org/officeDocument/2006/relationships/oleObject" Target="../embeddings/oleObject7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7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78.bin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oleObject" Target="../embeddings/oleObject77.bin"/><Relationship Id="rId10" Type="http://schemas.openxmlformats.org/officeDocument/2006/relationships/oleObject" Target="../embeddings/oleObject69.bin"/><Relationship Id="rId19" Type="http://schemas.openxmlformats.org/officeDocument/2006/relationships/oleObject" Target="../embeddings/oleObject74.bin"/><Relationship Id="rId4" Type="http://schemas.openxmlformats.org/officeDocument/2006/relationships/oleObject" Target="../embeddings/oleObject66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71.bin"/><Relationship Id="rId22" Type="http://schemas.openxmlformats.org/officeDocument/2006/relationships/image" Target="../media/image10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13" Type="http://schemas.openxmlformats.org/officeDocument/2006/relationships/image" Target="../media/image7.wmf"/><Relationship Id="rId18" Type="http://schemas.openxmlformats.org/officeDocument/2006/relationships/image" Target="../media/image9.wmf"/><Relationship Id="rId26" Type="http://schemas.openxmlformats.org/officeDocument/2006/relationships/oleObject" Target="../embeddings/oleObject33.bin"/><Relationship Id="rId3" Type="http://schemas.openxmlformats.org/officeDocument/2006/relationships/image" Target="../media/image2.wmf"/><Relationship Id="rId21" Type="http://schemas.openxmlformats.org/officeDocument/2006/relationships/oleObject" Target="../embeddings/oleObject76.bin"/><Relationship Id="rId7" Type="http://schemas.openxmlformats.org/officeDocument/2006/relationships/image" Target="../media/image4.wmf"/><Relationship Id="rId12" Type="http://schemas.openxmlformats.org/officeDocument/2006/relationships/oleObject" Target="../embeddings/oleObject70.bin"/><Relationship Id="rId17" Type="http://schemas.openxmlformats.org/officeDocument/2006/relationships/oleObject" Target="../embeddings/oleObject73.bin"/><Relationship Id="rId25" Type="http://schemas.openxmlformats.org/officeDocument/2006/relationships/oleObject" Target="../embeddings/oleObject79.bin"/><Relationship Id="rId2" Type="http://schemas.openxmlformats.org/officeDocument/2006/relationships/oleObject" Target="../embeddings/oleObject65.bin"/><Relationship Id="rId16" Type="http://schemas.openxmlformats.org/officeDocument/2006/relationships/oleObject" Target="../embeddings/oleObject72.bin"/><Relationship Id="rId20" Type="http://schemas.openxmlformats.org/officeDocument/2006/relationships/oleObject" Target="../embeddings/oleObject7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7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78.bin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oleObject" Target="../embeddings/oleObject77.bin"/><Relationship Id="rId10" Type="http://schemas.openxmlformats.org/officeDocument/2006/relationships/oleObject" Target="../embeddings/oleObject69.bin"/><Relationship Id="rId19" Type="http://schemas.openxmlformats.org/officeDocument/2006/relationships/oleObject" Target="../embeddings/oleObject74.bin"/><Relationship Id="rId4" Type="http://schemas.openxmlformats.org/officeDocument/2006/relationships/oleObject" Target="../embeddings/oleObject66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71.bin"/><Relationship Id="rId22" Type="http://schemas.openxmlformats.org/officeDocument/2006/relationships/image" Target="../media/image10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13" Type="http://schemas.openxmlformats.org/officeDocument/2006/relationships/image" Target="../media/image8.wmf"/><Relationship Id="rId18" Type="http://schemas.openxmlformats.org/officeDocument/2006/relationships/oleObject" Target="../embeddings/oleObject89.bin"/><Relationship Id="rId26" Type="http://schemas.openxmlformats.org/officeDocument/2006/relationships/oleObject" Target="../embeddings/oleObject96.bin"/><Relationship Id="rId3" Type="http://schemas.openxmlformats.org/officeDocument/2006/relationships/image" Target="../media/image3.wmf"/><Relationship Id="rId21" Type="http://schemas.openxmlformats.org/officeDocument/2006/relationships/image" Target="../media/image10.wmf"/><Relationship Id="rId7" Type="http://schemas.openxmlformats.org/officeDocument/2006/relationships/image" Target="../media/image5.wmf"/><Relationship Id="rId12" Type="http://schemas.openxmlformats.org/officeDocument/2006/relationships/oleObject" Target="../embeddings/oleObject85.bin"/><Relationship Id="rId17" Type="http://schemas.openxmlformats.org/officeDocument/2006/relationships/image" Target="../media/image9.wmf"/><Relationship Id="rId25" Type="http://schemas.openxmlformats.org/officeDocument/2006/relationships/oleObject" Target="../embeddings/oleObject95.bin"/><Relationship Id="rId2" Type="http://schemas.openxmlformats.org/officeDocument/2006/relationships/oleObject" Target="../embeddings/oleObject80.bin"/><Relationship Id="rId16" Type="http://schemas.openxmlformats.org/officeDocument/2006/relationships/oleObject" Target="../embeddings/oleObject88.bin"/><Relationship Id="rId20" Type="http://schemas.openxmlformats.org/officeDocument/2006/relationships/oleObject" Target="../embeddings/oleObject9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2.bin"/><Relationship Id="rId11" Type="http://schemas.openxmlformats.org/officeDocument/2006/relationships/image" Target="../media/image7.wmf"/><Relationship Id="rId24" Type="http://schemas.openxmlformats.org/officeDocument/2006/relationships/oleObject" Target="../embeddings/oleObject94.bin"/><Relationship Id="rId5" Type="http://schemas.openxmlformats.org/officeDocument/2006/relationships/image" Target="../media/image4.wmf"/><Relationship Id="rId15" Type="http://schemas.openxmlformats.org/officeDocument/2006/relationships/oleObject" Target="../embeddings/oleObject87.bin"/><Relationship Id="rId23" Type="http://schemas.openxmlformats.org/officeDocument/2006/relationships/oleObject" Target="../embeddings/oleObject93.bin"/><Relationship Id="rId10" Type="http://schemas.openxmlformats.org/officeDocument/2006/relationships/oleObject" Target="../embeddings/oleObject84.bin"/><Relationship Id="rId19" Type="http://schemas.openxmlformats.org/officeDocument/2006/relationships/oleObject" Target="../embeddings/oleObject90.bin"/><Relationship Id="rId4" Type="http://schemas.openxmlformats.org/officeDocument/2006/relationships/oleObject" Target="../embeddings/oleObject81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86.bin"/><Relationship Id="rId22" Type="http://schemas.openxmlformats.org/officeDocument/2006/relationships/oleObject" Target="../embeddings/oleObject92.bin"/><Relationship Id="rId27" Type="http://schemas.openxmlformats.org/officeDocument/2006/relationships/image" Target="../media/image2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9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105.bin"/><Relationship Id="rId26" Type="http://schemas.openxmlformats.org/officeDocument/2006/relationships/oleObject" Target="../embeddings/oleObject111.bin"/><Relationship Id="rId3" Type="http://schemas.openxmlformats.org/officeDocument/2006/relationships/image" Target="../media/image2.wmf"/><Relationship Id="rId21" Type="http://schemas.openxmlformats.org/officeDocument/2006/relationships/oleObject" Target="../embeddings/oleObject107.bin"/><Relationship Id="rId7" Type="http://schemas.openxmlformats.org/officeDocument/2006/relationships/image" Target="../media/image4.wmf"/><Relationship Id="rId12" Type="http://schemas.openxmlformats.org/officeDocument/2006/relationships/oleObject" Target="../embeddings/oleObject101.bin"/><Relationship Id="rId17" Type="http://schemas.openxmlformats.org/officeDocument/2006/relationships/oleObject" Target="../embeddings/oleObject104.bin"/><Relationship Id="rId25" Type="http://schemas.openxmlformats.org/officeDocument/2006/relationships/oleObject" Target="../embeddings/oleObject110.bin"/><Relationship Id="rId2" Type="http://schemas.openxmlformats.org/officeDocument/2006/relationships/oleObject" Target="../embeddings/oleObject96.bin"/><Relationship Id="rId16" Type="http://schemas.openxmlformats.org/officeDocument/2006/relationships/oleObject" Target="../embeddings/oleObject103.bin"/><Relationship Id="rId20" Type="http://schemas.openxmlformats.org/officeDocument/2006/relationships/oleObject" Target="../embeddings/oleObject10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8.bin"/><Relationship Id="rId11" Type="http://schemas.openxmlformats.org/officeDocument/2006/relationships/image" Target="../media/image6.wmf"/><Relationship Id="rId24" Type="http://schemas.openxmlformats.org/officeDocument/2006/relationships/image" Target="../media/image10.wmf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oleObject" Target="../embeddings/oleObject109.bin"/><Relationship Id="rId28" Type="http://schemas.openxmlformats.org/officeDocument/2006/relationships/oleObject" Target="../embeddings/oleObject95.bin"/><Relationship Id="rId10" Type="http://schemas.openxmlformats.org/officeDocument/2006/relationships/oleObject" Target="../embeddings/oleObject100.bin"/><Relationship Id="rId19" Type="http://schemas.openxmlformats.org/officeDocument/2006/relationships/image" Target="../media/image9.wmf"/><Relationship Id="rId4" Type="http://schemas.openxmlformats.org/officeDocument/2006/relationships/oleObject" Target="../embeddings/oleObject97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102.bin"/><Relationship Id="rId22" Type="http://schemas.openxmlformats.org/officeDocument/2006/relationships/oleObject" Target="../embeddings/oleObject108.bin"/><Relationship Id="rId27" Type="http://schemas.openxmlformats.org/officeDocument/2006/relationships/oleObject" Target="../embeddings/oleObject112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6.bin"/><Relationship Id="rId13" Type="http://schemas.openxmlformats.org/officeDocument/2006/relationships/image" Target="../media/image7.wmf"/><Relationship Id="rId18" Type="http://schemas.openxmlformats.org/officeDocument/2006/relationships/image" Target="../media/image9.wmf"/><Relationship Id="rId26" Type="http://schemas.openxmlformats.org/officeDocument/2006/relationships/oleObject" Target="../embeddings/oleObject95.bin"/><Relationship Id="rId3" Type="http://schemas.openxmlformats.org/officeDocument/2006/relationships/image" Target="../media/image2.wmf"/><Relationship Id="rId21" Type="http://schemas.openxmlformats.org/officeDocument/2006/relationships/oleObject" Target="../embeddings/oleObject124.bin"/><Relationship Id="rId7" Type="http://schemas.openxmlformats.org/officeDocument/2006/relationships/image" Target="../media/image4.wmf"/><Relationship Id="rId12" Type="http://schemas.openxmlformats.org/officeDocument/2006/relationships/oleObject" Target="../embeddings/oleObject118.bin"/><Relationship Id="rId17" Type="http://schemas.openxmlformats.org/officeDocument/2006/relationships/oleObject" Target="../embeddings/oleObject121.bin"/><Relationship Id="rId25" Type="http://schemas.openxmlformats.org/officeDocument/2006/relationships/oleObject" Target="../embeddings/oleObject127.bin"/><Relationship Id="rId2" Type="http://schemas.openxmlformats.org/officeDocument/2006/relationships/oleObject" Target="../embeddings/oleObject113.bin"/><Relationship Id="rId16" Type="http://schemas.openxmlformats.org/officeDocument/2006/relationships/oleObject" Target="../embeddings/oleObject120.bin"/><Relationship Id="rId20" Type="http://schemas.openxmlformats.org/officeDocument/2006/relationships/oleObject" Target="../embeddings/oleObject12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5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126.bin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oleObject" Target="../embeddings/oleObject125.bin"/><Relationship Id="rId10" Type="http://schemas.openxmlformats.org/officeDocument/2006/relationships/oleObject" Target="../embeddings/oleObject117.bin"/><Relationship Id="rId19" Type="http://schemas.openxmlformats.org/officeDocument/2006/relationships/oleObject" Target="../embeddings/oleObject122.bin"/><Relationship Id="rId4" Type="http://schemas.openxmlformats.org/officeDocument/2006/relationships/oleObject" Target="../embeddings/oleObject114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119.bin"/><Relationship Id="rId22" Type="http://schemas.openxmlformats.org/officeDocument/2006/relationships/image" Target="../media/image10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1.bin"/><Relationship Id="rId13" Type="http://schemas.openxmlformats.org/officeDocument/2006/relationships/image" Target="../media/image7.wmf"/><Relationship Id="rId18" Type="http://schemas.openxmlformats.org/officeDocument/2006/relationships/image" Target="../media/image9.wmf"/><Relationship Id="rId26" Type="http://schemas.openxmlformats.org/officeDocument/2006/relationships/oleObject" Target="../embeddings/oleObject95.bin"/><Relationship Id="rId3" Type="http://schemas.openxmlformats.org/officeDocument/2006/relationships/image" Target="../media/image2.wmf"/><Relationship Id="rId21" Type="http://schemas.openxmlformats.org/officeDocument/2006/relationships/oleObject" Target="../embeddings/oleObject139.bin"/><Relationship Id="rId7" Type="http://schemas.openxmlformats.org/officeDocument/2006/relationships/image" Target="../media/image4.wmf"/><Relationship Id="rId12" Type="http://schemas.openxmlformats.org/officeDocument/2006/relationships/oleObject" Target="../embeddings/oleObject133.bin"/><Relationship Id="rId17" Type="http://schemas.openxmlformats.org/officeDocument/2006/relationships/oleObject" Target="../embeddings/oleObject136.bin"/><Relationship Id="rId25" Type="http://schemas.openxmlformats.org/officeDocument/2006/relationships/oleObject" Target="../embeddings/oleObject142.bin"/><Relationship Id="rId2" Type="http://schemas.openxmlformats.org/officeDocument/2006/relationships/oleObject" Target="../embeddings/oleObject128.bin"/><Relationship Id="rId16" Type="http://schemas.openxmlformats.org/officeDocument/2006/relationships/oleObject" Target="../embeddings/oleObject135.bin"/><Relationship Id="rId20" Type="http://schemas.openxmlformats.org/officeDocument/2006/relationships/oleObject" Target="../embeddings/oleObject13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0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141.bin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image" Target="../media/image10.wmf"/><Relationship Id="rId10" Type="http://schemas.openxmlformats.org/officeDocument/2006/relationships/oleObject" Target="../embeddings/oleObject132.bin"/><Relationship Id="rId19" Type="http://schemas.openxmlformats.org/officeDocument/2006/relationships/oleObject" Target="../embeddings/oleObject137.bin"/><Relationship Id="rId4" Type="http://schemas.openxmlformats.org/officeDocument/2006/relationships/oleObject" Target="../embeddings/oleObject129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134.bin"/><Relationship Id="rId22" Type="http://schemas.openxmlformats.org/officeDocument/2006/relationships/oleObject" Target="../embeddings/oleObject140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1.bin"/><Relationship Id="rId13" Type="http://schemas.openxmlformats.org/officeDocument/2006/relationships/image" Target="../media/image7.wmf"/><Relationship Id="rId18" Type="http://schemas.openxmlformats.org/officeDocument/2006/relationships/image" Target="../media/image9.wmf"/><Relationship Id="rId26" Type="http://schemas.openxmlformats.org/officeDocument/2006/relationships/oleObject" Target="../embeddings/oleObject95.bin"/><Relationship Id="rId3" Type="http://schemas.openxmlformats.org/officeDocument/2006/relationships/image" Target="../media/image2.wmf"/><Relationship Id="rId21" Type="http://schemas.openxmlformats.org/officeDocument/2006/relationships/oleObject" Target="../embeddings/oleObject139.bin"/><Relationship Id="rId7" Type="http://schemas.openxmlformats.org/officeDocument/2006/relationships/image" Target="../media/image4.wmf"/><Relationship Id="rId12" Type="http://schemas.openxmlformats.org/officeDocument/2006/relationships/oleObject" Target="../embeddings/oleObject133.bin"/><Relationship Id="rId17" Type="http://schemas.openxmlformats.org/officeDocument/2006/relationships/oleObject" Target="../embeddings/oleObject136.bin"/><Relationship Id="rId25" Type="http://schemas.openxmlformats.org/officeDocument/2006/relationships/oleObject" Target="../embeddings/oleObject142.bin"/><Relationship Id="rId2" Type="http://schemas.openxmlformats.org/officeDocument/2006/relationships/oleObject" Target="../embeddings/oleObject128.bin"/><Relationship Id="rId16" Type="http://schemas.openxmlformats.org/officeDocument/2006/relationships/oleObject" Target="../embeddings/oleObject135.bin"/><Relationship Id="rId20" Type="http://schemas.openxmlformats.org/officeDocument/2006/relationships/oleObject" Target="../embeddings/oleObject13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0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141.bin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image" Target="../media/image10.wmf"/><Relationship Id="rId10" Type="http://schemas.openxmlformats.org/officeDocument/2006/relationships/oleObject" Target="../embeddings/oleObject132.bin"/><Relationship Id="rId19" Type="http://schemas.openxmlformats.org/officeDocument/2006/relationships/oleObject" Target="../embeddings/oleObject137.bin"/><Relationship Id="rId4" Type="http://schemas.openxmlformats.org/officeDocument/2006/relationships/oleObject" Target="../embeddings/oleObject129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134.bin"/><Relationship Id="rId22" Type="http://schemas.openxmlformats.org/officeDocument/2006/relationships/oleObject" Target="../embeddings/oleObject140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13" Type="http://schemas.openxmlformats.org/officeDocument/2006/relationships/image" Target="../media/image8.wmf"/><Relationship Id="rId18" Type="http://schemas.openxmlformats.org/officeDocument/2006/relationships/oleObject" Target="../embeddings/oleObject89.bin"/><Relationship Id="rId26" Type="http://schemas.openxmlformats.org/officeDocument/2006/relationships/image" Target="../media/image12.wmf"/><Relationship Id="rId3" Type="http://schemas.openxmlformats.org/officeDocument/2006/relationships/image" Target="../media/image3.wmf"/><Relationship Id="rId21" Type="http://schemas.openxmlformats.org/officeDocument/2006/relationships/image" Target="../media/image10.wmf"/><Relationship Id="rId7" Type="http://schemas.openxmlformats.org/officeDocument/2006/relationships/image" Target="../media/image5.wmf"/><Relationship Id="rId12" Type="http://schemas.openxmlformats.org/officeDocument/2006/relationships/oleObject" Target="../embeddings/oleObject85.bin"/><Relationship Id="rId17" Type="http://schemas.openxmlformats.org/officeDocument/2006/relationships/image" Target="../media/image9.wmf"/><Relationship Id="rId25" Type="http://schemas.openxmlformats.org/officeDocument/2006/relationships/oleObject" Target="../embeddings/oleObject143.bin"/><Relationship Id="rId2" Type="http://schemas.openxmlformats.org/officeDocument/2006/relationships/oleObject" Target="../embeddings/oleObject80.bin"/><Relationship Id="rId16" Type="http://schemas.openxmlformats.org/officeDocument/2006/relationships/oleObject" Target="../embeddings/oleObject88.bin"/><Relationship Id="rId20" Type="http://schemas.openxmlformats.org/officeDocument/2006/relationships/oleObject" Target="../embeddings/oleObject9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2.bin"/><Relationship Id="rId11" Type="http://schemas.openxmlformats.org/officeDocument/2006/relationships/image" Target="../media/image7.wmf"/><Relationship Id="rId24" Type="http://schemas.openxmlformats.org/officeDocument/2006/relationships/image" Target="../media/image2.wmf"/><Relationship Id="rId5" Type="http://schemas.openxmlformats.org/officeDocument/2006/relationships/image" Target="../media/image4.wmf"/><Relationship Id="rId15" Type="http://schemas.openxmlformats.org/officeDocument/2006/relationships/oleObject" Target="../embeddings/oleObject87.bin"/><Relationship Id="rId23" Type="http://schemas.openxmlformats.org/officeDocument/2006/relationships/oleObject" Target="../embeddings/oleObject96.bin"/><Relationship Id="rId10" Type="http://schemas.openxmlformats.org/officeDocument/2006/relationships/oleObject" Target="../embeddings/oleObject84.bin"/><Relationship Id="rId19" Type="http://schemas.openxmlformats.org/officeDocument/2006/relationships/oleObject" Target="../embeddings/oleObject90.bin"/><Relationship Id="rId4" Type="http://schemas.openxmlformats.org/officeDocument/2006/relationships/oleObject" Target="../embeddings/oleObject81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86.bin"/><Relationship Id="rId22" Type="http://schemas.openxmlformats.org/officeDocument/2006/relationships/oleObject" Target="../embeddings/oleObject95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13" Type="http://schemas.openxmlformats.org/officeDocument/2006/relationships/image" Target="../media/image8.wmf"/><Relationship Id="rId18" Type="http://schemas.openxmlformats.org/officeDocument/2006/relationships/oleObject" Target="../embeddings/oleObject89.bin"/><Relationship Id="rId26" Type="http://schemas.openxmlformats.org/officeDocument/2006/relationships/image" Target="../media/image12.wmf"/><Relationship Id="rId3" Type="http://schemas.openxmlformats.org/officeDocument/2006/relationships/image" Target="../media/image3.wmf"/><Relationship Id="rId21" Type="http://schemas.openxmlformats.org/officeDocument/2006/relationships/image" Target="../media/image10.wmf"/><Relationship Id="rId7" Type="http://schemas.openxmlformats.org/officeDocument/2006/relationships/image" Target="../media/image5.wmf"/><Relationship Id="rId12" Type="http://schemas.openxmlformats.org/officeDocument/2006/relationships/oleObject" Target="../embeddings/oleObject85.bin"/><Relationship Id="rId17" Type="http://schemas.openxmlformats.org/officeDocument/2006/relationships/image" Target="../media/image9.wmf"/><Relationship Id="rId25" Type="http://schemas.openxmlformats.org/officeDocument/2006/relationships/oleObject" Target="../embeddings/oleObject143.bin"/><Relationship Id="rId2" Type="http://schemas.openxmlformats.org/officeDocument/2006/relationships/oleObject" Target="../embeddings/oleObject80.bin"/><Relationship Id="rId16" Type="http://schemas.openxmlformats.org/officeDocument/2006/relationships/oleObject" Target="../embeddings/oleObject88.bin"/><Relationship Id="rId20" Type="http://schemas.openxmlformats.org/officeDocument/2006/relationships/oleObject" Target="../embeddings/oleObject9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2.bin"/><Relationship Id="rId11" Type="http://schemas.openxmlformats.org/officeDocument/2006/relationships/image" Target="../media/image7.wmf"/><Relationship Id="rId24" Type="http://schemas.openxmlformats.org/officeDocument/2006/relationships/image" Target="../media/image2.wmf"/><Relationship Id="rId5" Type="http://schemas.openxmlformats.org/officeDocument/2006/relationships/image" Target="../media/image4.wmf"/><Relationship Id="rId15" Type="http://schemas.openxmlformats.org/officeDocument/2006/relationships/oleObject" Target="../embeddings/oleObject87.bin"/><Relationship Id="rId23" Type="http://schemas.openxmlformats.org/officeDocument/2006/relationships/oleObject" Target="../embeddings/oleObject96.bin"/><Relationship Id="rId10" Type="http://schemas.openxmlformats.org/officeDocument/2006/relationships/oleObject" Target="../embeddings/oleObject84.bin"/><Relationship Id="rId19" Type="http://schemas.openxmlformats.org/officeDocument/2006/relationships/oleObject" Target="../embeddings/oleObject90.bin"/><Relationship Id="rId4" Type="http://schemas.openxmlformats.org/officeDocument/2006/relationships/oleObject" Target="../embeddings/oleObject81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86.bin"/><Relationship Id="rId22" Type="http://schemas.openxmlformats.org/officeDocument/2006/relationships/oleObject" Target="../embeddings/oleObject95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7.bin"/><Relationship Id="rId13" Type="http://schemas.openxmlformats.org/officeDocument/2006/relationships/image" Target="../media/image4.wmf"/><Relationship Id="rId3" Type="http://schemas.openxmlformats.org/officeDocument/2006/relationships/image" Target="../media/image7.wmf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149.bin"/><Relationship Id="rId2" Type="http://schemas.openxmlformats.org/officeDocument/2006/relationships/oleObject" Target="../embeddings/oleObject144.bin"/><Relationship Id="rId16" Type="http://schemas.openxmlformats.org/officeDocument/2006/relationships/oleObject" Target="../embeddings/oleObject142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46.bin"/><Relationship Id="rId11" Type="http://schemas.openxmlformats.org/officeDocument/2006/relationships/image" Target="../media/image3.wmf"/><Relationship Id="rId5" Type="http://schemas.openxmlformats.org/officeDocument/2006/relationships/image" Target="../media/image8.wmf"/><Relationship Id="rId15" Type="http://schemas.openxmlformats.org/officeDocument/2006/relationships/oleObject" Target="../embeddings/oleObject139.bin"/><Relationship Id="rId10" Type="http://schemas.openxmlformats.org/officeDocument/2006/relationships/oleObject" Target="../embeddings/oleObject148.bin"/><Relationship Id="rId4" Type="http://schemas.openxmlformats.org/officeDocument/2006/relationships/oleObject" Target="../embeddings/oleObject145.bin"/><Relationship Id="rId9" Type="http://schemas.openxmlformats.org/officeDocument/2006/relationships/image" Target="../media/image2.wmf"/><Relationship Id="rId14" Type="http://schemas.openxmlformats.org/officeDocument/2006/relationships/oleObject" Target="../embeddings/oleObject141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7.bin"/><Relationship Id="rId13" Type="http://schemas.openxmlformats.org/officeDocument/2006/relationships/image" Target="../media/image4.wmf"/><Relationship Id="rId3" Type="http://schemas.openxmlformats.org/officeDocument/2006/relationships/image" Target="../media/image7.wmf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149.bin"/><Relationship Id="rId2" Type="http://schemas.openxmlformats.org/officeDocument/2006/relationships/oleObject" Target="../embeddings/oleObject144.bin"/><Relationship Id="rId16" Type="http://schemas.openxmlformats.org/officeDocument/2006/relationships/oleObject" Target="../embeddings/oleObject14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6.bin"/><Relationship Id="rId11" Type="http://schemas.openxmlformats.org/officeDocument/2006/relationships/image" Target="../media/image3.wmf"/><Relationship Id="rId5" Type="http://schemas.openxmlformats.org/officeDocument/2006/relationships/image" Target="../media/image8.wmf"/><Relationship Id="rId15" Type="http://schemas.openxmlformats.org/officeDocument/2006/relationships/oleObject" Target="../embeddings/oleObject139.bin"/><Relationship Id="rId10" Type="http://schemas.openxmlformats.org/officeDocument/2006/relationships/oleObject" Target="../embeddings/oleObject148.bin"/><Relationship Id="rId4" Type="http://schemas.openxmlformats.org/officeDocument/2006/relationships/oleObject" Target="../embeddings/oleObject145.bin"/><Relationship Id="rId9" Type="http://schemas.openxmlformats.org/officeDocument/2006/relationships/image" Target="../media/image2.wmf"/><Relationship Id="rId14" Type="http://schemas.openxmlformats.org/officeDocument/2006/relationships/oleObject" Target="../embeddings/oleObject141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7.bin"/><Relationship Id="rId13" Type="http://schemas.openxmlformats.org/officeDocument/2006/relationships/image" Target="../media/image4.wmf"/><Relationship Id="rId3" Type="http://schemas.openxmlformats.org/officeDocument/2006/relationships/image" Target="../media/image7.wmf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149.bin"/><Relationship Id="rId2" Type="http://schemas.openxmlformats.org/officeDocument/2006/relationships/oleObject" Target="../embeddings/oleObject144.bin"/><Relationship Id="rId16" Type="http://schemas.openxmlformats.org/officeDocument/2006/relationships/oleObject" Target="../embeddings/oleObject14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6.bin"/><Relationship Id="rId11" Type="http://schemas.openxmlformats.org/officeDocument/2006/relationships/image" Target="../media/image3.wmf"/><Relationship Id="rId5" Type="http://schemas.openxmlformats.org/officeDocument/2006/relationships/image" Target="../media/image8.wmf"/><Relationship Id="rId15" Type="http://schemas.openxmlformats.org/officeDocument/2006/relationships/oleObject" Target="../embeddings/oleObject139.bin"/><Relationship Id="rId10" Type="http://schemas.openxmlformats.org/officeDocument/2006/relationships/oleObject" Target="../embeddings/oleObject148.bin"/><Relationship Id="rId4" Type="http://schemas.openxmlformats.org/officeDocument/2006/relationships/oleObject" Target="../embeddings/oleObject145.bin"/><Relationship Id="rId9" Type="http://schemas.openxmlformats.org/officeDocument/2006/relationships/image" Target="../media/image2.wmf"/><Relationship Id="rId14" Type="http://schemas.openxmlformats.org/officeDocument/2006/relationships/oleObject" Target="../embeddings/oleObject141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7.bin"/><Relationship Id="rId13" Type="http://schemas.openxmlformats.org/officeDocument/2006/relationships/image" Target="../media/image4.wmf"/><Relationship Id="rId3" Type="http://schemas.openxmlformats.org/officeDocument/2006/relationships/image" Target="../media/image7.wmf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149.bin"/><Relationship Id="rId2" Type="http://schemas.openxmlformats.org/officeDocument/2006/relationships/oleObject" Target="../embeddings/oleObject144.bin"/><Relationship Id="rId16" Type="http://schemas.openxmlformats.org/officeDocument/2006/relationships/oleObject" Target="../embeddings/oleObject14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6.bin"/><Relationship Id="rId11" Type="http://schemas.openxmlformats.org/officeDocument/2006/relationships/image" Target="../media/image3.wmf"/><Relationship Id="rId5" Type="http://schemas.openxmlformats.org/officeDocument/2006/relationships/image" Target="../media/image8.wmf"/><Relationship Id="rId15" Type="http://schemas.openxmlformats.org/officeDocument/2006/relationships/oleObject" Target="../embeddings/oleObject139.bin"/><Relationship Id="rId10" Type="http://schemas.openxmlformats.org/officeDocument/2006/relationships/oleObject" Target="../embeddings/oleObject148.bin"/><Relationship Id="rId4" Type="http://schemas.openxmlformats.org/officeDocument/2006/relationships/oleObject" Target="../embeddings/oleObject145.bin"/><Relationship Id="rId9" Type="http://schemas.openxmlformats.org/officeDocument/2006/relationships/image" Target="../media/image2.wmf"/><Relationship Id="rId14" Type="http://schemas.openxmlformats.org/officeDocument/2006/relationships/oleObject" Target="../embeddings/oleObject141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7.bin"/><Relationship Id="rId13" Type="http://schemas.openxmlformats.org/officeDocument/2006/relationships/image" Target="../media/image4.wmf"/><Relationship Id="rId3" Type="http://schemas.openxmlformats.org/officeDocument/2006/relationships/image" Target="../media/image7.wmf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149.bin"/><Relationship Id="rId2" Type="http://schemas.openxmlformats.org/officeDocument/2006/relationships/oleObject" Target="../embeddings/oleObject144.bin"/><Relationship Id="rId16" Type="http://schemas.openxmlformats.org/officeDocument/2006/relationships/oleObject" Target="../embeddings/oleObject14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6.bin"/><Relationship Id="rId11" Type="http://schemas.openxmlformats.org/officeDocument/2006/relationships/image" Target="../media/image3.wmf"/><Relationship Id="rId5" Type="http://schemas.openxmlformats.org/officeDocument/2006/relationships/image" Target="../media/image8.wmf"/><Relationship Id="rId15" Type="http://schemas.openxmlformats.org/officeDocument/2006/relationships/oleObject" Target="../embeddings/oleObject139.bin"/><Relationship Id="rId10" Type="http://schemas.openxmlformats.org/officeDocument/2006/relationships/oleObject" Target="../embeddings/oleObject148.bin"/><Relationship Id="rId4" Type="http://schemas.openxmlformats.org/officeDocument/2006/relationships/oleObject" Target="../embeddings/oleObject145.bin"/><Relationship Id="rId9" Type="http://schemas.openxmlformats.org/officeDocument/2006/relationships/image" Target="../media/image2.wmf"/><Relationship Id="rId14" Type="http://schemas.openxmlformats.org/officeDocument/2006/relationships/oleObject" Target="../embeddings/oleObject141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7.bin"/><Relationship Id="rId13" Type="http://schemas.openxmlformats.org/officeDocument/2006/relationships/image" Target="../media/image4.wmf"/><Relationship Id="rId3" Type="http://schemas.openxmlformats.org/officeDocument/2006/relationships/image" Target="../media/image7.wmf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149.bin"/><Relationship Id="rId2" Type="http://schemas.openxmlformats.org/officeDocument/2006/relationships/oleObject" Target="../embeddings/oleObject144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46.bin"/><Relationship Id="rId11" Type="http://schemas.openxmlformats.org/officeDocument/2006/relationships/image" Target="../media/image3.wmf"/><Relationship Id="rId5" Type="http://schemas.openxmlformats.org/officeDocument/2006/relationships/image" Target="../media/image8.wmf"/><Relationship Id="rId15" Type="http://schemas.openxmlformats.org/officeDocument/2006/relationships/oleObject" Target="../embeddings/oleObject139.bin"/><Relationship Id="rId10" Type="http://schemas.openxmlformats.org/officeDocument/2006/relationships/oleObject" Target="../embeddings/oleObject148.bin"/><Relationship Id="rId4" Type="http://schemas.openxmlformats.org/officeDocument/2006/relationships/oleObject" Target="../embeddings/oleObject145.bin"/><Relationship Id="rId9" Type="http://schemas.openxmlformats.org/officeDocument/2006/relationships/image" Target="../media/image2.wmf"/><Relationship Id="rId14" Type="http://schemas.openxmlformats.org/officeDocument/2006/relationships/oleObject" Target="../embeddings/oleObject141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7.bin"/><Relationship Id="rId13" Type="http://schemas.openxmlformats.org/officeDocument/2006/relationships/image" Target="../media/image4.wmf"/><Relationship Id="rId3" Type="http://schemas.openxmlformats.org/officeDocument/2006/relationships/image" Target="../media/image7.wmf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149.bin"/><Relationship Id="rId2" Type="http://schemas.openxmlformats.org/officeDocument/2006/relationships/oleObject" Target="../embeddings/oleObject14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6.bin"/><Relationship Id="rId11" Type="http://schemas.openxmlformats.org/officeDocument/2006/relationships/image" Target="../media/image3.wmf"/><Relationship Id="rId5" Type="http://schemas.openxmlformats.org/officeDocument/2006/relationships/image" Target="../media/image8.wmf"/><Relationship Id="rId15" Type="http://schemas.openxmlformats.org/officeDocument/2006/relationships/oleObject" Target="../embeddings/oleObject139.bin"/><Relationship Id="rId10" Type="http://schemas.openxmlformats.org/officeDocument/2006/relationships/oleObject" Target="../embeddings/oleObject148.bin"/><Relationship Id="rId4" Type="http://schemas.openxmlformats.org/officeDocument/2006/relationships/oleObject" Target="../embeddings/oleObject145.bin"/><Relationship Id="rId9" Type="http://schemas.openxmlformats.org/officeDocument/2006/relationships/image" Target="../media/image2.wmf"/><Relationship Id="rId14" Type="http://schemas.openxmlformats.org/officeDocument/2006/relationships/oleObject" Target="../embeddings/oleObject141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7.bin"/><Relationship Id="rId13" Type="http://schemas.openxmlformats.org/officeDocument/2006/relationships/image" Target="../media/image4.wmf"/><Relationship Id="rId3" Type="http://schemas.openxmlformats.org/officeDocument/2006/relationships/image" Target="../media/image7.wmf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149.bin"/><Relationship Id="rId2" Type="http://schemas.openxmlformats.org/officeDocument/2006/relationships/oleObject" Target="../embeddings/oleObject14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6.bin"/><Relationship Id="rId11" Type="http://schemas.openxmlformats.org/officeDocument/2006/relationships/image" Target="../media/image3.wmf"/><Relationship Id="rId5" Type="http://schemas.openxmlformats.org/officeDocument/2006/relationships/image" Target="../media/image8.wmf"/><Relationship Id="rId15" Type="http://schemas.openxmlformats.org/officeDocument/2006/relationships/oleObject" Target="../embeddings/oleObject139.bin"/><Relationship Id="rId10" Type="http://schemas.openxmlformats.org/officeDocument/2006/relationships/oleObject" Target="../embeddings/oleObject148.bin"/><Relationship Id="rId4" Type="http://schemas.openxmlformats.org/officeDocument/2006/relationships/oleObject" Target="../embeddings/oleObject145.bin"/><Relationship Id="rId9" Type="http://schemas.openxmlformats.org/officeDocument/2006/relationships/image" Target="../media/image2.wmf"/><Relationship Id="rId14" Type="http://schemas.openxmlformats.org/officeDocument/2006/relationships/oleObject" Target="../embeddings/oleObject141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7.bin"/><Relationship Id="rId13" Type="http://schemas.openxmlformats.org/officeDocument/2006/relationships/image" Target="../media/image4.wmf"/><Relationship Id="rId3" Type="http://schemas.openxmlformats.org/officeDocument/2006/relationships/image" Target="../media/image7.wmf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149.bin"/><Relationship Id="rId2" Type="http://schemas.openxmlformats.org/officeDocument/2006/relationships/oleObject" Target="../embeddings/oleObject14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6.bin"/><Relationship Id="rId11" Type="http://schemas.openxmlformats.org/officeDocument/2006/relationships/image" Target="../media/image3.wmf"/><Relationship Id="rId5" Type="http://schemas.openxmlformats.org/officeDocument/2006/relationships/image" Target="../media/image8.wmf"/><Relationship Id="rId15" Type="http://schemas.openxmlformats.org/officeDocument/2006/relationships/oleObject" Target="../embeddings/oleObject139.bin"/><Relationship Id="rId10" Type="http://schemas.openxmlformats.org/officeDocument/2006/relationships/oleObject" Target="../embeddings/oleObject148.bin"/><Relationship Id="rId4" Type="http://schemas.openxmlformats.org/officeDocument/2006/relationships/oleObject" Target="../embeddings/oleObject145.bin"/><Relationship Id="rId9" Type="http://schemas.openxmlformats.org/officeDocument/2006/relationships/image" Target="../media/image2.wmf"/><Relationship Id="rId14" Type="http://schemas.openxmlformats.org/officeDocument/2006/relationships/oleObject" Target="../embeddings/oleObject141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7.bin"/><Relationship Id="rId13" Type="http://schemas.openxmlformats.org/officeDocument/2006/relationships/image" Target="../media/image4.wmf"/><Relationship Id="rId3" Type="http://schemas.openxmlformats.org/officeDocument/2006/relationships/image" Target="../media/image7.wmf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149.bin"/><Relationship Id="rId2" Type="http://schemas.openxmlformats.org/officeDocument/2006/relationships/oleObject" Target="../embeddings/oleObject14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6.bin"/><Relationship Id="rId11" Type="http://schemas.openxmlformats.org/officeDocument/2006/relationships/image" Target="../media/image3.wmf"/><Relationship Id="rId5" Type="http://schemas.openxmlformats.org/officeDocument/2006/relationships/image" Target="../media/image8.wmf"/><Relationship Id="rId15" Type="http://schemas.openxmlformats.org/officeDocument/2006/relationships/oleObject" Target="../embeddings/oleObject139.bin"/><Relationship Id="rId10" Type="http://schemas.openxmlformats.org/officeDocument/2006/relationships/oleObject" Target="../embeddings/oleObject148.bin"/><Relationship Id="rId4" Type="http://schemas.openxmlformats.org/officeDocument/2006/relationships/oleObject" Target="../embeddings/oleObject145.bin"/><Relationship Id="rId9" Type="http://schemas.openxmlformats.org/officeDocument/2006/relationships/image" Target="../media/image2.wmf"/><Relationship Id="rId14" Type="http://schemas.openxmlformats.org/officeDocument/2006/relationships/oleObject" Target="../embeddings/oleObject141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3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159.bin"/><Relationship Id="rId26" Type="http://schemas.openxmlformats.org/officeDocument/2006/relationships/oleObject" Target="../embeddings/oleObject165.bin"/><Relationship Id="rId3" Type="http://schemas.openxmlformats.org/officeDocument/2006/relationships/image" Target="../media/image2.wmf"/><Relationship Id="rId21" Type="http://schemas.openxmlformats.org/officeDocument/2006/relationships/oleObject" Target="../embeddings/oleObject161.bin"/><Relationship Id="rId7" Type="http://schemas.openxmlformats.org/officeDocument/2006/relationships/image" Target="../media/image4.wmf"/><Relationship Id="rId12" Type="http://schemas.openxmlformats.org/officeDocument/2006/relationships/oleObject" Target="../embeddings/oleObject155.bin"/><Relationship Id="rId17" Type="http://schemas.openxmlformats.org/officeDocument/2006/relationships/oleObject" Target="../embeddings/oleObject158.bin"/><Relationship Id="rId25" Type="http://schemas.openxmlformats.org/officeDocument/2006/relationships/oleObject" Target="../embeddings/oleObject164.bin"/><Relationship Id="rId2" Type="http://schemas.openxmlformats.org/officeDocument/2006/relationships/oleObject" Target="../embeddings/oleObject150.bin"/><Relationship Id="rId16" Type="http://schemas.openxmlformats.org/officeDocument/2006/relationships/oleObject" Target="../embeddings/oleObject157.bin"/><Relationship Id="rId20" Type="http://schemas.openxmlformats.org/officeDocument/2006/relationships/oleObject" Target="../embeddings/oleObject160.bin"/><Relationship Id="rId29" Type="http://schemas.openxmlformats.org/officeDocument/2006/relationships/image" Target="../media/image14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2.bin"/><Relationship Id="rId11" Type="http://schemas.openxmlformats.org/officeDocument/2006/relationships/image" Target="../media/image6.wmf"/><Relationship Id="rId24" Type="http://schemas.openxmlformats.org/officeDocument/2006/relationships/image" Target="../media/image10.wmf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oleObject" Target="../embeddings/oleObject163.bin"/><Relationship Id="rId28" Type="http://schemas.openxmlformats.org/officeDocument/2006/relationships/oleObject" Target="../embeddings/oleObject166.bin"/><Relationship Id="rId10" Type="http://schemas.openxmlformats.org/officeDocument/2006/relationships/oleObject" Target="../embeddings/oleObject154.bin"/><Relationship Id="rId19" Type="http://schemas.openxmlformats.org/officeDocument/2006/relationships/image" Target="../media/image9.wmf"/><Relationship Id="rId4" Type="http://schemas.openxmlformats.org/officeDocument/2006/relationships/oleObject" Target="../embeddings/oleObject151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156.bin"/><Relationship Id="rId22" Type="http://schemas.openxmlformats.org/officeDocument/2006/relationships/oleObject" Target="../embeddings/oleObject162.bin"/><Relationship Id="rId27" Type="http://schemas.openxmlformats.org/officeDocument/2006/relationships/image" Target="../media/image13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0.bin"/><Relationship Id="rId13" Type="http://schemas.openxmlformats.org/officeDocument/2006/relationships/image" Target="../media/image7.wmf"/><Relationship Id="rId18" Type="http://schemas.openxmlformats.org/officeDocument/2006/relationships/image" Target="../media/image9.wmf"/><Relationship Id="rId26" Type="http://schemas.openxmlformats.org/officeDocument/2006/relationships/oleObject" Target="../embeddings/oleObject181.bin"/><Relationship Id="rId3" Type="http://schemas.openxmlformats.org/officeDocument/2006/relationships/image" Target="../media/image2.wmf"/><Relationship Id="rId21" Type="http://schemas.openxmlformats.org/officeDocument/2006/relationships/oleObject" Target="../embeddings/oleObject178.bin"/><Relationship Id="rId7" Type="http://schemas.openxmlformats.org/officeDocument/2006/relationships/image" Target="../media/image4.wmf"/><Relationship Id="rId12" Type="http://schemas.openxmlformats.org/officeDocument/2006/relationships/oleObject" Target="../embeddings/oleObject172.bin"/><Relationship Id="rId17" Type="http://schemas.openxmlformats.org/officeDocument/2006/relationships/oleObject" Target="../embeddings/oleObject175.bin"/><Relationship Id="rId25" Type="http://schemas.openxmlformats.org/officeDocument/2006/relationships/image" Target="../media/image15.wmf"/><Relationship Id="rId2" Type="http://schemas.openxmlformats.org/officeDocument/2006/relationships/oleObject" Target="../embeddings/oleObject167.bin"/><Relationship Id="rId16" Type="http://schemas.openxmlformats.org/officeDocument/2006/relationships/oleObject" Target="../embeddings/oleObject174.bin"/><Relationship Id="rId20" Type="http://schemas.openxmlformats.org/officeDocument/2006/relationships/oleObject" Target="../embeddings/oleObject17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9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180.bin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oleObject" Target="../embeddings/oleObject179.bin"/><Relationship Id="rId10" Type="http://schemas.openxmlformats.org/officeDocument/2006/relationships/oleObject" Target="../embeddings/oleObject171.bin"/><Relationship Id="rId19" Type="http://schemas.openxmlformats.org/officeDocument/2006/relationships/oleObject" Target="../embeddings/oleObject176.bin"/><Relationship Id="rId4" Type="http://schemas.openxmlformats.org/officeDocument/2006/relationships/oleObject" Target="../embeddings/oleObject168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173.bin"/><Relationship Id="rId22" Type="http://schemas.openxmlformats.org/officeDocument/2006/relationships/image" Target="../media/image10.wmf"/><Relationship Id="rId27" Type="http://schemas.openxmlformats.org/officeDocument/2006/relationships/image" Target="../media/image16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7.bin"/><Relationship Id="rId13" Type="http://schemas.openxmlformats.org/officeDocument/2006/relationships/image" Target="../media/image4.wmf"/><Relationship Id="rId3" Type="http://schemas.openxmlformats.org/officeDocument/2006/relationships/image" Target="../media/image7.wmf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149.bin"/><Relationship Id="rId2" Type="http://schemas.openxmlformats.org/officeDocument/2006/relationships/oleObject" Target="../embeddings/oleObject14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6.bin"/><Relationship Id="rId11" Type="http://schemas.openxmlformats.org/officeDocument/2006/relationships/image" Target="../media/image3.wmf"/><Relationship Id="rId5" Type="http://schemas.openxmlformats.org/officeDocument/2006/relationships/image" Target="../media/image8.wmf"/><Relationship Id="rId15" Type="http://schemas.openxmlformats.org/officeDocument/2006/relationships/image" Target="../media/image17.wmf"/><Relationship Id="rId10" Type="http://schemas.openxmlformats.org/officeDocument/2006/relationships/oleObject" Target="../embeddings/oleObject148.bin"/><Relationship Id="rId4" Type="http://schemas.openxmlformats.org/officeDocument/2006/relationships/oleObject" Target="../embeddings/oleObject145.bin"/><Relationship Id="rId9" Type="http://schemas.openxmlformats.org/officeDocument/2006/relationships/image" Target="../media/image2.wmf"/><Relationship Id="rId14" Type="http://schemas.openxmlformats.org/officeDocument/2006/relationships/oleObject" Target="../embeddings/oleObject182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6.bin"/><Relationship Id="rId13" Type="http://schemas.openxmlformats.org/officeDocument/2006/relationships/image" Target="../media/image6.wmf"/><Relationship Id="rId18" Type="http://schemas.openxmlformats.org/officeDocument/2006/relationships/oleObject" Target="../embeddings/oleObject191.bin"/><Relationship Id="rId26" Type="http://schemas.openxmlformats.org/officeDocument/2006/relationships/image" Target="../media/image19.wmf"/><Relationship Id="rId3" Type="http://schemas.openxmlformats.org/officeDocument/2006/relationships/image" Target="../media/image18.wmf"/><Relationship Id="rId21" Type="http://schemas.openxmlformats.org/officeDocument/2006/relationships/oleObject" Target="../embeddings/oleObject193.bin"/><Relationship Id="rId7" Type="http://schemas.openxmlformats.org/officeDocument/2006/relationships/image" Target="../media/image3.wmf"/><Relationship Id="rId12" Type="http://schemas.openxmlformats.org/officeDocument/2006/relationships/oleObject" Target="../embeddings/oleObject188.bin"/><Relationship Id="rId17" Type="http://schemas.openxmlformats.org/officeDocument/2006/relationships/image" Target="../media/image8.wmf"/><Relationship Id="rId25" Type="http://schemas.openxmlformats.org/officeDocument/2006/relationships/oleObject" Target="../embeddings/oleObject196.bin"/><Relationship Id="rId2" Type="http://schemas.openxmlformats.org/officeDocument/2006/relationships/oleObject" Target="../embeddings/oleObject183.bin"/><Relationship Id="rId16" Type="http://schemas.openxmlformats.org/officeDocument/2006/relationships/oleObject" Target="../embeddings/oleObject190.bin"/><Relationship Id="rId20" Type="http://schemas.openxmlformats.org/officeDocument/2006/relationships/image" Target="../media/image9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5.bin"/><Relationship Id="rId11" Type="http://schemas.openxmlformats.org/officeDocument/2006/relationships/image" Target="../media/image5.wmf"/><Relationship Id="rId24" Type="http://schemas.openxmlformats.org/officeDocument/2006/relationships/image" Target="../media/image10.wmf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23" Type="http://schemas.openxmlformats.org/officeDocument/2006/relationships/oleObject" Target="../embeddings/oleObject195.bin"/><Relationship Id="rId10" Type="http://schemas.openxmlformats.org/officeDocument/2006/relationships/oleObject" Target="../embeddings/oleObject187.bin"/><Relationship Id="rId19" Type="http://schemas.openxmlformats.org/officeDocument/2006/relationships/oleObject" Target="../embeddings/oleObject192.bin"/><Relationship Id="rId4" Type="http://schemas.openxmlformats.org/officeDocument/2006/relationships/oleObject" Target="../embeddings/oleObject184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189.bin"/><Relationship Id="rId22" Type="http://schemas.openxmlformats.org/officeDocument/2006/relationships/oleObject" Target="../embeddings/oleObject194.bin"/><Relationship Id="rId27" Type="http://schemas.openxmlformats.org/officeDocument/2006/relationships/oleObject" Target="../embeddings/oleObject197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8.bin"/><Relationship Id="rId13" Type="http://schemas.openxmlformats.org/officeDocument/2006/relationships/image" Target="../media/image8.wmf"/><Relationship Id="rId18" Type="http://schemas.openxmlformats.org/officeDocument/2006/relationships/oleObject" Target="../embeddings/oleObject194.bin"/><Relationship Id="rId3" Type="http://schemas.openxmlformats.org/officeDocument/2006/relationships/image" Target="../media/image20.wmf"/><Relationship Id="rId21" Type="http://schemas.openxmlformats.org/officeDocument/2006/relationships/oleObject" Target="../embeddings/oleObject197.bin"/><Relationship Id="rId7" Type="http://schemas.openxmlformats.org/officeDocument/2006/relationships/image" Target="../media/image5.wmf"/><Relationship Id="rId12" Type="http://schemas.openxmlformats.org/officeDocument/2006/relationships/oleObject" Target="../embeddings/oleObject190.bin"/><Relationship Id="rId17" Type="http://schemas.openxmlformats.org/officeDocument/2006/relationships/oleObject" Target="../embeddings/oleObject193.bin"/><Relationship Id="rId25" Type="http://schemas.openxmlformats.org/officeDocument/2006/relationships/image" Target="../media/image3.wmf"/><Relationship Id="rId2" Type="http://schemas.openxmlformats.org/officeDocument/2006/relationships/oleObject" Target="../embeddings/oleObject198.bin"/><Relationship Id="rId16" Type="http://schemas.openxmlformats.org/officeDocument/2006/relationships/image" Target="../media/image9.wmf"/><Relationship Id="rId20" Type="http://schemas.openxmlformats.org/officeDocument/2006/relationships/image" Target="../media/image10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7.bin"/><Relationship Id="rId11" Type="http://schemas.openxmlformats.org/officeDocument/2006/relationships/image" Target="../media/image7.wmf"/><Relationship Id="rId24" Type="http://schemas.openxmlformats.org/officeDocument/2006/relationships/oleObject" Target="../embeddings/oleObject185.bin"/><Relationship Id="rId5" Type="http://schemas.openxmlformats.org/officeDocument/2006/relationships/image" Target="../media/image4.wmf"/><Relationship Id="rId15" Type="http://schemas.openxmlformats.org/officeDocument/2006/relationships/oleObject" Target="../embeddings/oleObject192.bin"/><Relationship Id="rId23" Type="http://schemas.openxmlformats.org/officeDocument/2006/relationships/image" Target="../media/image2.wmf"/><Relationship Id="rId10" Type="http://schemas.openxmlformats.org/officeDocument/2006/relationships/oleObject" Target="../embeddings/oleObject189.bin"/><Relationship Id="rId19" Type="http://schemas.openxmlformats.org/officeDocument/2006/relationships/oleObject" Target="../embeddings/oleObject195.bin"/><Relationship Id="rId4" Type="http://schemas.openxmlformats.org/officeDocument/2006/relationships/oleObject" Target="../embeddings/oleObject186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191.bin"/><Relationship Id="rId22" Type="http://schemas.openxmlformats.org/officeDocument/2006/relationships/oleObject" Target="../embeddings/oleObject184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7.bin"/><Relationship Id="rId13" Type="http://schemas.openxmlformats.org/officeDocument/2006/relationships/image" Target="../media/image7.wmf"/><Relationship Id="rId18" Type="http://schemas.openxmlformats.org/officeDocument/2006/relationships/image" Target="../media/image9.wmf"/><Relationship Id="rId3" Type="http://schemas.openxmlformats.org/officeDocument/2006/relationships/image" Target="../media/image21.wmf"/><Relationship Id="rId21" Type="http://schemas.openxmlformats.org/officeDocument/2006/relationships/oleObject" Target="../embeddings/oleObject195.bin"/><Relationship Id="rId7" Type="http://schemas.openxmlformats.org/officeDocument/2006/relationships/image" Target="../media/image4.wmf"/><Relationship Id="rId12" Type="http://schemas.openxmlformats.org/officeDocument/2006/relationships/oleObject" Target="../embeddings/oleObject189.bin"/><Relationship Id="rId17" Type="http://schemas.openxmlformats.org/officeDocument/2006/relationships/oleObject" Target="../embeddings/oleObject192.bin"/><Relationship Id="rId25" Type="http://schemas.openxmlformats.org/officeDocument/2006/relationships/image" Target="../media/image2.wmf"/><Relationship Id="rId2" Type="http://schemas.openxmlformats.org/officeDocument/2006/relationships/oleObject" Target="../embeddings/oleObject199.bin"/><Relationship Id="rId16" Type="http://schemas.openxmlformats.org/officeDocument/2006/relationships/oleObject" Target="../embeddings/oleObject191.bin"/><Relationship Id="rId20" Type="http://schemas.openxmlformats.org/officeDocument/2006/relationships/oleObject" Target="../embeddings/oleObject19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6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184.bin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oleObject" Target="../embeddings/oleObject197.bin"/><Relationship Id="rId10" Type="http://schemas.openxmlformats.org/officeDocument/2006/relationships/oleObject" Target="../embeddings/oleObject188.bin"/><Relationship Id="rId19" Type="http://schemas.openxmlformats.org/officeDocument/2006/relationships/oleObject" Target="../embeddings/oleObject193.bin"/><Relationship Id="rId4" Type="http://schemas.openxmlformats.org/officeDocument/2006/relationships/oleObject" Target="../embeddings/oleObject185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190.bin"/><Relationship Id="rId22" Type="http://schemas.openxmlformats.org/officeDocument/2006/relationships/image" Target="../media/image10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7.bin"/><Relationship Id="rId13" Type="http://schemas.openxmlformats.org/officeDocument/2006/relationships/image" Target="../media/image7.wmf"/><Relationship Id="rId18" Type="http://schemas.openxmlformats.org/officeDocument/2006/relationships/image" Target="../media/image9.wmf"/><Relationship Id="rId3" Type="http://schemas.openxmlformats.org/officeDocument/2006/relationships/image" Target="../media/image2.wmf"/><Relationship Id="rId21" Type="http://schemas.openxmlformats.org/officeDocument/2006/relationships/oleObject" Target="../embeddings/oleObject195.bin"/><Relationship Id="rId7" Type="http://schemas.openxmlformats.org/officeDocument/2006/relationships/image" Target="../media/image4.wmf"/><Relationship Id="rId12" Type="http://schemas.openxmlformats.org/officeDocument/2006/relationships/oleObject" Target="../embeddings/oleObject189.bin"/><Relationship Id="rId17" Type="http://schemas.openxmlformats.org/officeDocument/2006/relationships/oleObject" Target="../embeddings/oleObject192.bin"/><Relationship Id="rId25" Type="http://schemas.openxmlformats.org/officeDocument/2006/relationships/image" Target="../media/image22.wmf"/><Relationship Id="rId2" Type="http://schemas.openxmlformats.org/officeDocument/2006/relationships/oleObject" Target="../embeddings/oleObject184.bin"/><Relationship Id="rId16" Type="http://schemas.openxmlformats.org/officeDocument/2006/relationships/oleObject" Target="../embeddings/oleObject191.bin"/><Relationship Id="rId20" Type="http://schemas.openxmlformats.org/officeDocument/2006/relationships/oleObject" Target="../embeddings/oleObject19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6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200.bin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oleObject" Target="../embeddings/oleObject197.bin"/><Relationship Id="rId10" Type="http://schemas.openxmlformats.org/officeDocument/2006/relationships/oleObject" Target="../embeddings/oleObject188.bin"/><Relationship Id="rId19" Type="http://schemas.openxmlformats.org/officeDocument/2006/relationships/oleObject" Target="../embeddings/oleObject193.bin"/><Relationship Id="rId4" Type="http://schemas.openxmlformats.org/officeDocument/2006/relationships/oleObject" Target="../embeddings/oleObject185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190.bin"/><Relationship Id="rId22" Type="http://schemas.openxmlformats.org/officeDocument/2006/relationships/image" Target="../media/image10.wmf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wmf"/><Relationship Id="rId18" Type="http://schemas.openxmlformats.org/officeDocument/2006/relationships/oleObject" Target="../embeddings/oleObject209.bin"/><Relationship Id="rId26" Type="http://schemas.openxmlformats.org/officeDocument/2006/relationships/oleObject" Target="../embeddings/oleObject215.bin"/><Relationship Id="rId39" Type="http://schemas.openxmlformats.org/officeDocument/2006/relationships/oleObject" Target="../embeddings/oleObject227.bin"/><Relationship Id="rId21" Type="http://schemas.openxmlformats.org/officeDocument/2006/relationships/oleObject" Target="../embeddings/oleObject211.bin"/><Relationship Id="rId34" Type="http://schemas.openxmlformats.org/officeDocument/2006/relationships/oleObject" Target="../embeddings/oleObject222.bin"/><Relationship Id="rId42" Type="http://schemas.openxmlformats.org/officeDocument/2006/relationships/oleObject" Target="../embeddings/oleObject229.bin"/><Relationship Id="rId7" Type="http://schemas.openxmlformats.org/officeDocument/2006/relationships/image" Target="../media/image3.wmf"/><Relationship Id="rId2" Type="http://schemas.openxmlformats.org/officeDocument/2006/relationships/oleObject" Target="../embeddings/oleObject201.bin"/><Relationship Id="rId16" Type="http://schemas.openxmlformats.org/officeDocument/2006/relationships/oleObject" Target="../embeddings/oleObject208.bin"/><Relationship Id="rId29" Type="http://schemas.openxmlformats.org/officeDocument/2006/relationships/oleObject" Target="../embeddings/oleObject21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3.bin"/><Relationship Id="rId11" Type="http://schemas.openxmlformats.org/officeDocument/2006/relationships/image" Target="../media/image5.wmf"/><Relationship Id="rId24" Type="http://schemas.openxmlformats.org/officeDocument/2006/relationships/oleObject" Target="../embeddings/oleObject214.bin"/><Relationship Id="rId32" Type="http://schemas.openxmlformats.org/officeDocument/2006/relationships/oleObject" Target="../embeddings/oleObject220.bin"/><Relationship Id="rId37" Type="http://schemas.openxmlformats.org/officeDocument/2006/relationships/oleObject" Target="../embeddings/oleObject225.bin"/><Relationship Id="rId40" Type="http://schemas.openxmlformats.org/officeDocument/2006/relationships/image" Target="../media/image24.wmf"/><Relationship Id="rId45" Type="http://schemas.openxmlformats.org/officeDocument/2006/relationships/oleObject" Target="../embeddings/oleObject232.bin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23" Type="http://schemas.openxmlformats.org/officeDocument/2006/relationships/oleObject" Target="../embeddings/oleObject213.bin"/><Relationship Id="rId28" Type="http://schemas.openxmlformats.org/officeDocument/2006/relationships/oleObject" Target="../embeddings/oleObject216.bin"/><Relationship Id="rId36" Type="http://schemas.openxmlformats.org/officeDocument/2006/relationships/oleObject" Target="../embeddings/oleObject224.bin"/><Relationship Id="rId10" Type="http://schemas.openxmlformats.org/officeDocument/2006/relationships/oleObject" Target="../embeddings/oleObject205.bin"/><Relationship Id="rId19" Type="http://schemas.openxmlformats.org/officeDocument/2006/relationships/oleObject" Target="../embeddings/oleObject210.bin"/><Relationship Id="rId31" Type="http://schemas.openxmlformats.org/officeDocument/2006/relationships/oleObject" Target="../embeddings/oleObject219.bin"/><Relationship Id="rId44" Type="http://schemas.openxmlformats.org/officeDocument/2006/relationships/oleObject" Target="../embeddings/oleObject231.bin"/><Relationship Id="rId4" Type="http://schemas.openxmlformats.org/officeDocument/2006/relationships/oleObject" Target="../embeddings/oleObject202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207.bin"/><Relationship Id="rId22" Type="http://schemas.openxmlformats.org/officeDocument/2006/relationships/oleObject" Target="../embeddings/oleObject212.bin"/><Relationship Id="rId27" Type="http://schemas.openxmlformats.org/officeDocument/2006/relationships/image" Target="../media/image23.wmf"/><Relationship Id="rId30" Type="http://schemas.openxmlformats.org/officeDocument/2006/relationships/oleObject" Target="../embeddings/oleObject218.bin"/><Relationship Id="rId35" Type="http://schemas.openxmlformats.org/officeDocument/2006/relationships/oleObject" Target="../embeddings/oleObject223.bin"/><Relationship Id="rId43" Type="http://schemas.openxmlformats.org/officeDocument/2006/relationships/oleObject" Target="../embeddings/oleObject230.bin"/><Relationship Id="rId8" Type="http://schemas.openxmlformats.org/officeDocument/2006/relationships/oleObject" Target="../embeddings/oleObject204.bin"/><Relationship Id="rId3" Type="http://schemas.openxmlformats.org/officeDocument/2006/relationships/image" Target="../media/image18.wmf"/><Relationship Id="rId12" Type="http://schemas.openxmlformats.org/officeDocument/2006/relationships/oleObject" Target="../embeddings/oleObject206.bin"/><Relationship Id="rId17" Type="http://schemas.openxmlformats.org/officeDocument/2006/relationships/image" Target="../media/image8.wmf"/><Relationship Id="rId25" Type="http://schemas.openxmlformats.org/officeDocument/2006/relationships/image" Target="../media/image10.wmf"/><Relationship Id="rId33" Type="http://schemas.openxmlformats.org/officeDocument/2006/relationships/oleObject" Target="../embeddings/oleObject221.bin"/><Relationship Id="rId38" Type="http://schemas.openxmlformats.org/officeDocument/2006/relationships/oleObject" Target="../embeddings/oleObject226.bin"/><Relationship Id="rId46" Type="http://schemas.openxmlformats.org/officeDocument/2006/relationships/oleObject" Target="../embeddings/oleObject233.bin"/><Relationship Id="rId20" Type="http://schemas.openxmlformats.org/officeDocument/2006/relationships/image" Target="../media/image9.wmf"/><Relationship Id="rId41" Type="http://schemas.openxmlformats.org/officeDocument/2006/relationships/oleObject" Target="../embeddings/oleObject228.bin"/></Relationships>
</file>

<file path=ppt/slides/_rels/slide3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39.bin"/><Relationship Id="rId18" Type="http://schemas.openxmlformats.org/officeDocument/2006/relationships/oleObject" Target="../embeddings/oleObject242.bin"/><Relationship Id="rId26" Type="http://schemas.openxmlformats.org/officeDocument/2006/relationships/customXml" Target="../ink/ink1.xml"/><Relationship Id="rId3" Type="http://schemas.openxmlformats.org/officeDocument/2006/relationships/oleObject" Target="../embeddings/oleObject234.bin"/><Relationship Id="rId21" Type="http://schemas.openxmlformats.org/officeDocument/2006/relationships/oleObject" Target="../embeddings/oleObject244.bin"/><Relationship Id="rId34" Type="http://schemas.openxmlformats.org/officeDocument/2006/relationships/customXml" Target="../ink/ink5.xml"/><Relationship Id="rId7" Type="http://schemas.openxmlformats.org/officeDocument/2006/relationships/oleObject" Target="../embeddings/oleObject236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241.bin"/><Relationship Id="rId25" Type="http://schemas.openxmlformats.org/officeDocument/2006/relationships/image" Target="../media/image25.png"/><Relationship Id="rId3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8.wmf"/><Relationship Id="rId20" Type="http://schemas.openxmlformats.org/officeDocument/2006/relationships/oleObject" Target="../embeddings/oleObject243.bin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238.bin"/><Relationship Id="rId24" Type="http://schemas.openxmlformats.org/officeDocument/2006/relationships/oleObject" Target="../embeddings/oleObject246.bin"/><Relationship Id="rId32" Type="http://schemas.openxmlformats.org/officeDocument/2006/relationships/customXml" Target="../ink/ink4.xml"/><Relationship Id="rId5" Type="http://schemas.openxmlformats.org/officeDocument/2006/relationships/oleObject" Target="../embeddings/oleObject235.bin"/><Relationship Id="rId15" Type="http://schemas.openxmlformats.org/officeDocument/2006/relationships/oleObject" Target="../embeddings/oleObject240.bin"/><Relationship Id="rId23" Type="http://schemas.openxmlformats.org/officeDocument/2006/relationships/image" Target="../media/image10.wmf"/><Relationship Id="rId28" Type="http://schemas.openxmlformats.org/officeDocument/2006/relationships/customXml" Target="../ink/ink2.xml"/><Relationship Id="rId10" Type="http://schemas.openxmlformats.org/officeDocument/2006/relationships/image" Target="../media/image5.wmf"/><Relationship Id="rId19" Type="http://schemas.openxmlformats.org/officeDocument/2006/relationships/image" Target="../media/image9.wmf"/><Relationship Id="rId31" Type="http://schemas.openxmlformats.org/officeDocument/2006/relationships/image" Target="../media/image28.png"/><Relationship Id="rId4" Type="http://schemas.openxmlformats.org/officeDocument/2006/relationships/image" Target="../media/image2.wmf"/><Relationship Id="rId9" Type="http://schemas.openxmlformats.org/officeDocument/2006/relationships/oleObject" Target="../embeddings/oleObject237.bin"/><Relationship Id="rId14" Type="http://schemas.openxmlformats.org/officeDocument/2006/relationships/image" Target="../media/image7.wmf"/><Relationship Id="rId22" Type="http://schemas.openxmlformats.org/officeDocument/2006/relationships/oleObject" Target="../embeddings/oleObject245.bin"/><Relationship Id="rId27" Type="http://schemas.openxmlformats.org/officeDocument/2006/relationships/image" Target="../media/image26.png"/><Relationship Id="rId30" Type="http://schemas.openxmlformats.org/officeDocument/2006/relationships/customXml" Target="../ink/ink3.xml"/><Relationship Id="rId35" Type="http://schemas.openxmlformats.org/officeDocument/2006/relationships/image" Target="../media/image30.png"/><Relationship Id="rId8" Type="http://schemas.openxmlformats.org/officeDocument/2006/relationships/image" Target="../media/image4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241.bin"/><Relationship Id="rId18" Type="http://schemas.openxmlformats.org/officeDocument/2006/relationships/oleObject" Target="../embeddings/oleObject245.bin"/><Relationship Id="rId3" Type="http://schemas.openxmlformats.org/officeDocument/2006/relationships/oleObject" Target="../embeddings/oleObject234.bin"/><Relationship Id="rId21" Type="http://schemas.openxmlformats.org/officeDocument/2006/relationships/image" Target="../media/image31.png"/><Relationship Id="rId7" Type="http://schemas.openxmlformats.org/officeDocument/2006/relationships/oleObject" Target="../embeddings/oleObject237.bin"/><Relationship Id="rId12" Type="http://schemas.openxmlformats.org/officeDocument/2006/relationships/image" Target="../media/image8.wmf"/><Relationship Id="rId17" Type="http://schemas.openxmlformats.org/officeDocument/2006/relationships/oleObject" Target="../embeddings/oleObject244.bin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9.wmf"/><Relationship Id="rId20" Type="http://schemas.openxmlformats.org/officeDocument/2006/relationships/oleObject" Target="../embeddings/oleObject246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240.bin"/><Relationship Id="rId5" Type="http://schemas.openxmlformats.org/officeDocument/2006/relationships/oleObject" Target="../embeddings/oleObject235.bin"/><Relationship Id="rId15" Type="http://schemas.openxmlformats.org/officeDocument/2006/relationships/oleObject" Target="../embeddings/oleObject242.bin"/><Relationship Id="rId10" Type="http://schemas.openxmlformats.org/officeDocument/2006/relationships/image" Target="../media/image6.wmf"/><Relationship Id="rId19" Type="http://schemas.openxmlformats.org/officeDocument/2006/relationships/image" Target="../media/image10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238.bin"/><Relationship Id="rId14" Type="http://schemas.openxmlformats.org/officeDocument/2006/relationships/image" Target="../media/image7.w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7B26F-0AFD-62F0-672D-8275D8CA73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E641E0-833D-A5F8-26F0-AD62FDA73A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FINITE AUTOMATA</a:t>
            </a:r>
          </a:p>
        </p:txBody>
      </p:sp>
    </p:spTree>
    <p:extLst>
      <p:ext uri="{BB962C8B-B14F-4D97-AF65-F5344CB8AC3E}">
        <p14:creationId xmlns:p14="http://schemas.microsoft.com/office/powerpoint/2010/main" val="2393398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20CE6-B098-BB92-98D9-78E0771A9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Automata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B9E0E-E9DB-2389-8746-72D545968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Definition: Finite automata are abstract machines used to recognize patterns in input sequences, forming the basis for understanding regular languages in computer science.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2F3B1B-E2C5-AC4A-FAFE-8AD5929966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37" b="39689"/>
          <a:stretch>
            <a:fillRect/>
          </a:stretch>
        </p:blipFill>
        <p:spPr>
          <a:xfrm>
            <a:off x="2548468" y="3039533"/>
            <a:ext cx="7272865" cy="360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636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5D81D-8390-9356-B13F-DF21A9A68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is Automata Theory Important?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01F0C-1354-A1A8-EE75-076D8754E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Foundation of Computation:</a:t>
            </a:r>
            <a:r>
              <a:rPr lang="en-US" dirty="0"/>
              <a:t> It helps in understanding how machines process information.</a:t>
            </a:r>
          </a:p>
          <a:p>
            <a:r>
              <a:rPr lang="en-US" b="1" dirty="0"/>
              <a:t>Compiler Design:</a:t>
            </a:r>
            <a:r>
              <a:rPr lang="en-US" dirty="0"/>
              <a:t> Finite automata and pushdown automata are used in lexical analysis and parsing.</a:t>
            </a:r>
          </a:p>
          <a:p>
            <a:r>
              <a:rPr lang="en-US" b="1" dirty="0"/>
              <a:t>Artificial Intelligence:</a:t>
            </a:r>
            <a:r>
              <a:rPr lang="en-US" dirty="0"/>
              <a:t> Automata models are used in natural language processing (NLP).</a:t>
            </a:r>
          </a:p>
          <a:p>
            <a:r>
              <a:rPr lang="en-US" b="1" dirty="0"/>
              <a:t>Software Verification:</a:t>
            </a:r>
            <a:r>
              <a:rPr lang="en-US" dirty="0"/>
              <a:t> Helps in checking if a program behaves correctly.</a:t>
            </a:r>
          </a:p>
          <a:p>
            <a:r>
              <a:rPr lang="en-US" b="1" dirty="0"/>
              <a:t>Algorithm Design:</a:t>
            </a:r>
            <a:r>
              <a:rPr lang="en-US" dirty="0"/>
              <a:t> Provides insights into problem-solving techniques.</a:t>
            </a:r>
          </a:p>
        </p:txBody>
      </p:sp>
    </p:spTree>
    <p:extLst>
      <p:ext uri="{BB962C8B-B14F-4D97-AF65-F5344CB8AC3E}">
        <p14:creationId xmlns:p14="http://schemas.microsoft.com/office/powerpoint/2010/main" val="615287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07760-B389-5810-E588-F4BFDD73B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Formal Definition of Finite Automata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018BA-9A52-ACBD-89A9-59110CC75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dirty="0"/>
              <a:t>A finite automaton can be defined as a tuple:</a:t>
            </a:r>
          </a:p>
          <a:p>
            <a:pPr marL="0" indent="0" fontAlgn="base">
              <a:buNone/>
            </a:pPr>
            <a:r>
              <a:rPr lang="en-US" dirty="0"/>
              <a:t>                                                 { Q, Σ, q, F, δ }, where:</a:t>
            </a:r>
          </a:p>
          <a:p>
            <a:pPr fontAlgn="base"/>
            <a:r>
              <a:rPr lang="en-US" dirty="0"/>
              <a:t>Q: Finite set of states</a:t>
            </a:r>
          </a:p>
          <a:p>
            <a:pPr fontAlgn="base"/>
            <a:r>
              <a:rPr lang="en-US" dirty="0"/>
              <a:t>Σ: Set of input symbols</a:t>
            </a:r>
          </a:p>
          <a:p>
            <a:pPr fontAlgn="base"/>
            <a:r>
              <a:rPr lang="en-US" dirty="0"/>
              <a:t>q: Initial state</a:t>
            </a:r>
          </a:p>
          <a:p>
            <a:pPr fontAlgn="base"/>
            <a:r>
              <a:rPr lang="en-US" dirty="0"/>
              <a:t>F: Set of final states</a:t>
            </a:r>
          </a:p>
          <a:p>
            <a:pPr fontAlgn="base"/>
            <a:r>
              <a:rPr lang="en-US" dirty="0"/>
              <a:t>δ: Transition function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610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2BC66414-FCC3-E63A-52F0-28E458797D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0" y="0"/>
            <a:ext cx="88392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/>
              <a:t>Finite Automaton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76D90413-C7AD-6F19-3FCD-0A2E441B8A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 </a:t>
            </a:r>
          </a:p>
        </p:txBody>
      </p:sp>
      <p:sp>
        <p:nvSpPr>
          <p:cNvPr id="45060" name="Rectangle 4">
            <a:extLst>
              <a:ext uri="{FF2B5EF4-FFF2-40B4-BE49-F238E27FC236}">
                <a16:creationId xmlns:a16="http://schemas.microsoft.com/office/drawing/2014/main" id="{EAF50C01-651E-B4FA-F329-3C0790002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124201"/>
            <a:ext cx="3271838" cy="23590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5061" name="Rectangle 5">
            <a:extLst>
              <a:ext uri="{FF2B5EF4-FFF2-40B4-BE49-F238E27FC236}">
                <a16:creationId xmlns:a16="http://schemas.microsoft.com/office/drawing/2014/main" id="{644FC785-5009-E9E3-8CA0-256ED8FF3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1981200"/>
            <a:ext cx="36576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5062" name="Text Box 6">
            <a:extLst>
              <a:ext uri="{FF2B5EF4-FFF2-40B4-BE49-F238E27FC236}">
                <a16:creationId xmlns:a16="http://schemas.microsoft.com/office/drawing/2014/main" id="{159F2573-A9DE-DC04-ED33-027563E81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1371600"/>
            <a:ext cx="1239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Input</a:t>
            </a:r>
          </a:p>
        </p:txBody>
      </p:sp>
      <p:sp>
        <p:nvSpPr>
          <p:cNvPr id="45063" name="Rectangle 7">
            <a:extLst>
              <a:ext uri="{FF2B5EF4-FFF2-40B4-BE49-F238E27FC236}">
                <a16:creationId xmlns:a16="http://schemas.microsoft.com/office/drawing/2014/main" id="{6DDA55A2-8278-6CB4-62A6-2DA5484F4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3886200"/>
            <a:ext cx="3048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5064" name="Rectangle 8">
            <a:extLst>
              <a:ext uri="{FF2B5EF4-FFF2-40B4-BE49-F238E27FC236}">
                <a16:creationId xmlns:a16="http://schemas.microsoft.com/office/drawing/2014/main" id="{39B6210A-ED0E-8B8F-EC32-699663FD0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038600"/>
            <a:ext cx="3200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5065" name="Rectangle 9">
            <a:extLst>
              <a:ext uri="{FF2B5EF4-FFF2-40B4-BE49-F238E27FC236}">
                <a16:creationId xmlns:a16="http://schemas.microsoft.com/office/drawing/2014/main" id="{87ADEB62-91C7-C9C6-CB13-2EC6623D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3352800"/>
            <a:ext cx="22860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5066" name="Text Box 10">
            <a:extLst>
              <a:ext uri="{FF2B5EF4-FFF2-40B4-BE49-F238E27FC236}">
                <a16:creationId xmlns:a16="http://schemas.microsoft.com/office/drawing/2014/main" id="{C3911E22-FCD8-46B1-09C4-CB43A6267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1" y="3429000"/>
            <a:ext cx="1869423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“Accept”</a:t>
            </a:r>
          </a:p>
          <a:p>
            <a:r>
              <a:rPr lang="en-US" altLang="en-US"/>
              <a:t>     or</a:t>
            </a:r>
          </a:p>
          <a:p>
            <a:r>
              <a:rPr lang="en-US" altLang="en-US"/>
              <a:t>“Reject”</a:t>
            </a:r>
          </a:p>
        </p:txBody>
      </p:sp>
      <p:sp>
        <p:nvSpPr>
          <p:cNvPr id="45067" name="Text Box 12">
            <a:extLst>
              <a:ext uri="{FF2B5EF4-FFF2-40B4-BE49-F238E27FC236}">
                <a16:creationId xmlns:a16="http://schemas.microsoft.com/office/drawing/2014/main" id="{668B4CAA-A82D-80B8-520A-7CE333AC7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2057400"/>
            <a:ext cx="1397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String</a:t>
            </a:r>
          </a:p>
        </p:txBody>
      </p:sp>
      <p:sp>
        <p:nvSpPr>
          <p:cNvPr id="45068" name="Text Box 13">
            <a:extLst>
              <a:ext uri="{FF2B5EF4-FFF2-40B4-BE49-F238E27FC236}">
                <a16:creationId xmlns:a16="http://schemas.microsoft.com/office/drawing/2014/main" id="{4079A79B-A42C-FB59-8D2B-8E4C1ADDE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810000"/>
            <a:ext cx="2262158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Finite</a:t>
            </a:r>
          </a:p>
          <a:p>
            <a:r>
              <a:rPr lang="en-US" altLang="en-US"/>
              <a:t>Automaton</a:t>
            </a:r>
          </a:p>
        </p:txBody>
      </p:sp>
      <p:sp>
        <p:nvSpPr>
          <p:cNvPr id="45069" name="Line 14">
            <a:extLst>
              <a:ext uri="{FF2B5EF4-FFF2-40B4-BE49-F238E27FC236}">
                <a16:creationId xmlns:a16="http://schemas.microsoft.com/office/drawing/2014/main" id="{5E125D43-94DD-1EF0-F524-5DC42B1A85F5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4438" y="2668588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70" name="Line 15">
            <a:extLst>
              <a:ext uri="{FF2B5EF4-FFF2-40B4-BE49-F238E27FC236}">
                <a16:creationId xmlns:a16="http://schemas.microsoft.com/office/drawing/2014/main" id="{8169678E-49A9-6612-B101-BB21DBBD8755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4267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71" name="Text Box 16">
            <a:extLst>
              <a:ext uri="{FF2B5EF4-FFF2-40B4-BE49-F238E27FC236}">
                <a16:creationId xmlns:a16="http://schemas.microsoft.com/office/drawing/2014/main" id="{30B06B26-037D-BE8C-35A4-02405209D1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2819400"/>
            <a:ext cx="15319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Rectangle 2">
            <a:extLst>
              <a:ext uri="{FF2B5EF4-FFF2-40B4-BE49-F238E27FC236}">
                <a16:creationId xmlns:a16="http://schemas.microsoft.com/office/drawing/2014/main" id="{05B75DF7-3D01-B18E-7848-82F8007961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399" y="431800"/>
            <a:ext cx="10329333" cy="6096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Transition Graph or Transition  Diagram or State Diagram</a:t>
            </a:r>
          </a:p>
        </p:txBody>
      </p:sp>
      <p:sp>
        <p:nvSpPr>
          <p:cNvPr id="1043" name="Rectangle 3">
            <a:extLst>
              <a:ext uri="{FF2B5EF4-FFF2-40B4-BE49-F238E27FC236}">
                <a16:creationId xmlns:a16="http://schemas.microsoft.com/office/drawing/2014/main" id="{89748056-CC99-2ACC-5C65-C34C7EC103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dirty="0"/>
              <a:t> </a:t>
            </a:r>
          </a:p>
        </p:txBody>
      </p:sp>
      <p:sp>
        <p:nvSpPr>
          <p:cNvPr id="1044" name="Text Box 27">
            <a:extLst>
              <a:ext uri="{FF2B5EF4-FFF2-40B4-BE49-F238E27FC236}">
                <a16:creationId xmlns:a16="http://schemas.microsoft.com/office/drawing/2014/main" id="{5D4229BB-D86C-1EE3-D827-68958B9BE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4343400"/>
            <a:ext cx="1261884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initial</a:t>
            </a:r>
          </a:p>
          <a:p>
            <a:r>
              <a:rPr lang="en-US" altLang="en-US"/>
              <a:t>state</a:t>
            </a:r>
          </a:p>
        </p:txBody>
      </p:sp>
      <p:sp>
        <p:nvSpPr>
          <p:cNvPr id="1045" name="Text Box 28">
            <a:extLst>
              <a:ext uri="{FF2B5EF4-FFF2-40B4-BE49-F238E27FC236}">
                <a16:creationId xmlns:a16="http://schemas.microsoft.com/office/drawing/2014/main" id="{7899EF10-D073-2592-0E77-A004FFE9D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1" y="4343400"/>
            <a:ext cx="2250937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  accepting</a:t>
            </a:r>
          </a:p>
          <a:p>
            <a:r>
              <a:rPr lang="en-US" altLang="en-US"/>
              <a:t>  state</a:t>
            </a:r>
          </a:p>
        </p:txBody>
      </p:sp>
      <p:sp>
        <p:nvSpPr>
          <p:cNvPr id="1046" name="Line 31">
            <a:extLst>
              <a:ext uri="{FF2B5EF4-FFF2-40B4-BE49-F238E27FC236}">
                <a16:creationId xmlns:a16="http://schemas.microsoft.com/office/drawing/2014/main" id="{6511D1CA-5F26-9604-88B0-AF1E929ACE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24400" y="419100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7" name="Line 32">
            <a:extLst>
              <a:ext uri="{FF2B5EF4-FFF2-40B4-BE49-F238E27FC236}">
                <a16:creationId xmlns:a16="http://schemas.microsoft.com/office/drawing/2014/main" id="{F8CA8FAE-D2BD-0F9E-17A3-B801F0E74D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29400" y="39624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8" name="Text Box 33">
            <a:extLst>
              <a:ext uri="{FF2B5EF4-FFF2-40B4-BE49-F238E27FC236}">
                <a16:creationId xmlns:a16="http://schemas.microsoft.com/office/drawing/2014/main" id="{C9B9BB58-C9F4-4A63-788E-674129F4C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1" y="5638800"/>
            <a:ext cx="11969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state</a:t>
            </a:r>
          </a:p>
        </p:txBody>
      </p:sp>
      <p:sp>
        <p:nvSpPr>
          <p:cNvPr id="1049" name="Text Box 34">
            <a:extLst>
              <a:ext uri="{FF2B5EF4-FFF2-40B4-BE49-F238E27FC236}">
                <a16:creationId xmlns:a16="http://schemas.microsoft.com/office/drawing/2014/main" id="{4F3F6C12-6FF6-C99D-2A92-156C62FD2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181600"/>
            <a:ext cx="2038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transition</a:t>
            </a:r>
          </a:p>
        </p:txBody>
      </p:sp>
      <p:sp>
        <p:nvSpPr>
          <p:cNvPr id="1050" name="Oval 70">
            <a:extLst>
              <a:ext uri="{FF2B5EF4-FFF2-40B4-BE49-F238E27FC236}">
                <a16:creationId xmlns:a16="http://schemas.microsoft.com/office/drawing/2014/main" id="{C6D66E30-A6B5-B5C8-C9E2-75A9CA41C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581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051" name="Oval 71">
            <a:extLst>
              <a:ext uri="{FF2B5EF4-FFF2-40B4-BE49-F238E27FC236}">
                <a16:creationId xmlns:a16="http://schemas.microsoft.com/office/drawing/2014/main" id="{7BA242F7-86E6-0A07-5526-EBFBEFCDF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3581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052" name="Oval 72">
            <a:extLst>
              <a:ext uri="{FF2B5EF4-FFF2-40B4-BE49-F238E27FC236}">
                <a16:creationId xmlns:a16="http://schemas.microsoft.com/office/drawing/2014/main" id="{4BC06271-076B-9D12-56F2-E0B17D077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3581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053" name="Oval 73">
            <a:extLst>
              <a:ext uri="{FF2B5EF4-FFF2-40B4-BE49-F238E27FC236}">
                <a16:creationId xmlns:a16="http://schemas.microsoft.com/office/drawing/2014/main" id="{CFE44BE0-4C6D-7CB7-F6B9-A55F32327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3581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054" name="Oval 74">
            <a:extLst>
              <a:ext uri="{FF2B5EF4-FFF2-40B4-BE49-F238E27FC236}">
                <a16:creationId xmlns:a16="http://schemas.microsoft.com/office/drawing/2014/main" id="{DE4A112B-8C3F-E116-D614-408A33864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34290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055" name="Line 75">
            <a:extLst>
              <a:ext uri="{FF2B5EF4-FFF2-40B4-BE49-F238E27FC236}">
                <a16:creationId xmlns:a16="http://schemas.microsoft.com/office/drawing/2014/main" id="{E93D9067-B2DA-7C07-3A39-8E8D25DB97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3886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6" name="Line 76">
            <a:extLst>
              <a:ext uri="{FF2B5EF4-FFF2-40B4-BE49-F238E27FC236}">
                <a16:creationId xmlns:a16="http://schemas.microsoft.com/office/drawing/2014/main" id="{C0F1A136-9D3B-2F62-7ACD-2649A76431F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38862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7" name="Line 77">
            <a:extLst>
              <a:ext uri="{FF2B5EF4-FFF2-40B4-BE49-F238E27FC236}">
                <a16:creationId xmlns:a16="http://schemas.microsoft.com/office/drawing/2014/main" id="{F1F51263-8C0E-94EE-3644-3E5CA6B0EF61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38862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8" name="Line 78">
            <a:extLst>
              <a:ext uri="{FF2B5EF4-FFF2-40B4-BE49-F238E27FC236}">
                <a16:creationId xmlns:a16="http://schemas.microsoft.com/office/drawing/2014/main" id="{AE5F722B-87A6-B09E-D057-F7599506592A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38862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26" name="Object 79">
            <a:extLst>
              <a:ext uri="{FF2B5EF4-FFF2-40B4-BE49-F238E27FC236}">
                <a16:creationId xmlns:a16="http://schemas.microsoft.com/office/drawing/2014/main" id="{2CF846FB-BB14-8447-EBE9-5F2391E58B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35814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1026" name="Object 79">
                        <a:extLst>
                          <a:ext uri="{FF2B5EF4-FFF2-40B4-BE49-F238E27FC236}">
                            <a16:creationId xmlns:a16="http://schemas.microsoft.com/office/drawing/2014/main" id="{2CF846FB-BB14-8447-EBE9-5F2391E58B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5814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9" name="Oval 80">
            <a:extLst>
              <a:ext uri="{FF2B5EF4-FFF2-40B4-BE49-F238E27FC236}">
                <a16:creationId xmlns:a16="http://schemas.microsoft.com/office/drawing/2014/main" id="{43263D9B-C3B7-F748-0D15-5F767658D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581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027" name="Object 81">
            <a:extLst>
              <a:ext uri="{FF2B5EF4-FFF2-40B4-BE49-F238E27FC236}">
                <a16:creationId xmlns:a16="http://schemas.microsoft.com/office/drawing/2014/main" id="{544830F2-D7FD-CD92-C8A5-1D53A6714D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33901" y="35814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1027" name="Object 81">
                        <a:extLst>
                          <a:ext uri="{FF2B5EF4-FFF2-40B4-BE49-F238E27FC236}">
                            <a16:creationId xmlns:a16="http://schemas.microsoft.com/office/drawing/2014/main" id="{544830F2-D7FD-CD92-C8A5-1D53A6714D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3901" y="35814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82">
            <a:extLst>
              <a:ext uri="{FF2B5EF4-FFF2-40B4-BE49-F238E27FC236}">
                <a16:creationId xmlns:a16="http://schemas.microsoft.com/office/drawing/2014/main" id="{CEF86907-7178-2E17-DE38-BDB3BFEAB7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03901" y="35814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1028" name="Object 82">
                        <a:extLst>
                          <a:ext uri="{FF2B5EF4-FFF2-40B4-BE49-F238E27FC236}">
                            <a16:creationId xmlns:a16="http://schemas.microsoft.com/office/drawing/2014/main" id="{CEF86907-7178-2E17-DE38-BDB3BFEAB7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901" y="35814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" name="Object 83">
            <a:extLst>
              <a:ext uri="{FF2B5EF4-FFF2-40B4-BE49-F238E27FC236}">
                <a16:creationId xmlns:a16="http://schemas.microsoft.com/office/drawing/2014/main" id="{D8DB71AA-D340-676C-E49C-F38E907A4D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99301" y="35814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1029" name="Object 83">
                        <a:extLst>
                          <a:ext uri="{FF2B5EF4-FFF2-40B4-BE49-F238E27FC236}">
                            <a16:creationId xmlns:a16="http://schemas.microsoft.com/office/drawing/2014/main" id="{D8DB71AA-D340-676C-E49C-F38E907A4D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9301" y="35814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0" name="Object 84">
            <a:extLst>
              <a:ext uri="{FF2B5EF4-FFF2-40B4-BE49-F238E27FC236}">
                <a16:creationId xmlns:a16="http://schemas.microsoft.com/office/drawing/2014/main" id="{F9855834-6F23-7AFA-A074-968373B22C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58200" y="35814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100" imgH="469900" progId="Equation.3">
                  <p:embed/>
                </p:oleObj>
              </mc:Choice>
              <mc:Fallback>
                <p:oleObj name="Equation" r:id="rId10" imgW="419100" imgH="469900" progId="Equation.3">
                  <p:embed/>
                  <p:pic>
                    <p:nvPicPr>
                      <p:cNvPr id="1030" name="Object 84">
                        <a:extLst>
                          <a:ext uri="{FF2B5EF4-FFF2-40B4-BE49-F238E27FC236}">
                            <a16:creationId xmlns:a16="http://schemas.microsoft.com/office/drawing/2014/main" id="{F9855834-6F23-7AFA-A074-968373B22C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8200" y="35814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0" name="Line 85">
            <a:extLst>
              <a:ext uri="{FF2B5EF4-FFF2-40B4-BE49-F238E27FC236}">
                <a16:creationId xmlns:a16="http://schemas.microsoft.com/office/drawing/2014/main" id="{9A7FEDCC-0AB5-BD89-37C7-293D3FFC0D9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38862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31" name="Object 86">
            <a:extLst>
              <a:ext uri="{FF2B5EF4-FFF2-40B4-BE49-F238E27FC236}">
                <a16:creationId xmlns:a16="http://schemas.microsoft.com/office/drawing/2014/main" id="{4E2D935F-D0ED-8B87-6122-0EEBA27E8D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6201" y="3581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1031" name="Object 86">
                        <a:extLst>
                          <a:ext uri="{FF2B5EF4-FFF2-40B4-BE49-F238E27FC236}">
                            <a16:creationId xmlns:a16="http://schemas.microsoft.com/office/drawing/2014/main" id="{4E2D935F-D0ED-8B87-6122-0EEBA27E8D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1" y="3581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2" name="Object 87">
            <a:extLst>
              <a:ext uri="{FF2B5EF4-FFF2-40B4-BE49-F238E27FC236}">
                <a16:creationId xmlns:a16="http://schemas.microsoft.com/office/drawing/2014/main" id="{28B10A5E-BC04-74C0-18FD-DC859260A4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35052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1032" name="Object 87">
                        <a:extLst>
                          <a:ext uri="{FF2B5EF4-FFF2-40B4-BE49-F238E27FC236}">
                            <a16:creationId xmlns:a16="http://schemas.microsoft.com/office/drawing/2014/main" id="{28B10A5E-BC04-74C0-18FD-DC859260A4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5052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3" name="Object 88">
            <a:extLst>
              <a:ext uri="{FF2B5EF4-FFF2-40B4-BE49-F238E27FC236}">
                <a16:creationId xmlns:a16="http://schemas.microsoft.com/office/drawing/2014/main" id="{C0763C53-E81C-5117-6EED-92637AF4DA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7000" y="35052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1033" name="Object 88">
                        <a:extLst>
                          <a:ext uri="{FF2B5EF4-FFF2-40B4-BE49-F238E27FC236}">
                            <a16:creationId xmlns:a16="http://schemas.microsoft.com/office/drawing/2014/main" id="{C0763C53-E81C-5117-6EED-92637AF4DA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35052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" name="Object 89">
            <a:extLst>
              <a:ext uri="{FF2B5EF4-FFF2-40B4-BE49-F238E27FC236}">
                <a16:creationId xmlns:a16="http://schemas.microsoft.com/office/drawing/2014/main" id="{BDC7B309-2564-5D3B-2E0B-8758B0AD6F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2401" y="3581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1034" name="Object 89">
                        <a:extLst>
                          <a:ext uri="{FF2B5EF4-FFF2-40B4-BE49-F238E27FC236}">
                            <a16:creationId xmlns:a16="http://schemas.microsoft.com/office/drawing/2014/main" id="{BDC7B309-2564-5D3B-2E0B-8758B0AD6F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1" y="3581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1" name="Oval 90">
            <a:extLst>
              <a:ext uri="{FF2B5EF4-FFF2-40B4-BE49-F238E27FC236}">
                <a16:creationId xmlns:a16="http://schemas.microsoft.com/office/drawing/2014/main" id="{D5EC29A6-8B00-7880-8E16-9417D8BB3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5100" y="22987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035" name="Object 91">
            <a:extLst>
              <a:ext uri="{FF2B5EF4-FFF2-40B4-BE49-F238E27FC236}">
                <a16:creationId xmlns:a16="http://schemas.microsoft.com/office/drawing/2014/main" id="{1A56A4C5-529A-CD12-777B-36D4C1EAFC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61301" y="22987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06224" imgH="469696" progId="Equation.3">
                  <p:embed/>
                </p:oleObj>
              </mc:Choice>
              <mc:Fallback>
                <p:oleObj name="Equation" r:id="rId17" imgW="406224" imgH="469696" progId="Equation.3">
                  <p:embed/>
                  <p:pic>
                    <p:nvPicPr>
                      <p:cNvPr id="1035" name="Object 91">
                        <a:extLst>
                          <a:ext uri="{FF2B5EF4-FFF2-40B4-BE49-F238E27FC236}">
                            <a16:creationId xmlns:a16="http://schemas.microsoft.com/office/drawing/2014/main" id="{1A56A4C5-529A-CD12-777B-36D4C1EAFC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1301" y="22987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6" name="Object 92">
            <a:extLst>
              <a:ext uri="{FF2B5EF4-FFF2-40B4-BE49-F238E27FC236}">
                <a16:creationId xmlns:a16="http://schemas.microsoft.com/office/drawing/2014/main" id="{AE171FCA-090F-7E5E-577C-BBCD4DFEC8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4401" y="3124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1036" name="Object 92">
                        <a:extLst>
                          <a:ext uri="{FF2B5EF4-FFF2-40B4-BE49-F238E27FC236}">
                            <a16:creationId xmlns:a16="http://schemas.microsoft.com/office/drawing/2014/main" id="{AE171FCA-090F-7E5E-577C-BBCD4DFEC8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1" y="3124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7" name="Object 93">
            <a:extLst>
              <a:ext uri="{FF2B5EF4-FFF2-40B4-BE49-F238E27FC236}">
                <a16:creationId xmlns:a16="http://schemas.microsoft.com/office/drawing/2014/main" id="{95D5B879-37A2-2692-09C0-23A7648DA2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1" y="3200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1037" name="Object 93">
                        <a:extLst>
                          <a:ext uri="{FF2B5EF4-FFF2-40B4-BE49-F238E27FC236}">
                            <a16:creationId xmlns:a16="http://schemas.microsoft.com/office/drawing/2014/main" id="{95D5B879-37A2-2692-09C0-23A7648DA2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1" y="3200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8" name="Object 94">
            <a:extLst>
              <a:ext uri="{FF2B5EF4-FFF2-40B4-BE49-F238E27FC236}">
                <a16:creationId xmlns:a16="http://schemas.microsoft.com/office/drawing/2014/main" id="{AD9AF3D6-5FAB-4B73-06DB-C1014C109B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9000" y="31242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79279" imgH="380835" progId="Equation.3">
                  <p:embed/>
                </p:oleObj>
              </mc:Choice>
              <mc:Fallback>
                <p:oleObj name="Equation" r:id="rId20" imgW="279279" imgH="380835" progId="Equation.3">
                  <p:embed/>
                  <p:pic>
                    <p:nvPicPr>
                      <p:cNvPr id="1038" name="Object 94">
                        <a:extLst>
                          <a:ext uri="{FF2B5EF4-FFF2-40B4-BE49-F238E27FC236}">
                            <a16:creationId xmlns:a16="http://schemas.microsoft.com/office/drawing/2014/main" id="{AD9AF3D6-5FAB-4B73-06DB-C1014C109B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31242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9" name="Object 95">
            <a:extLst>
              <a:ext uri="{FF2B5EF4-FFF2-40B4-BE49-F238E27FC236}">
                <a16:creationId xmlns:a16="http://schemas.microsoft.com/office/drawing/2014/main" id="{9CA0B684-8128-B990-0E1C-E6C6B5BDD2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0" y="30480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79279" imgH="380835" progId="Equation.3">
                  <p:embed/>
                </p:oleObj>
              </mc:Choice>
              <mc:Fallback>
                <p:oleObj name="Equation" r:id="rId21" imgW="279279" imgH="380835" progId="Equation.3">
                  <p:embed/>
                  <p:pic>
                    <p:nvPicPr>
                      <p:cNvPr id="1039" name="Object 95">
                        <a:extLst>
                          <a:ext uri="{FF2B5EF4-FFF2-40B4-BE49-F238E27FC236}">
                            <a16:creationId xmlns:a16="http://schemas.microsoft.com/office/drawing/2014/main" id="{9CA0B684-8128-B990-0E1C-E6C6B5BDD2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0480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2" name="Freeform 96">
            <a:extLst>
              <a:ext uri="{FF2B5EF4-FFF2-40B4-BE49-F238E27FC236}">
                <a16:creationId xmlns:a16="http://schemas.microsoft.com/office/drawing/2014/main" id="{1352B781-A26C-CD95-8281-FC16BCAC2AC5}"/>
              </a:ext>
            </a:extLst>
          </p:cNvPr>
          <p:cNvSpPr>
            <a:spLocks/>
          </p:cNvSpPr>
          <p:nvPr/>
        </p:nvSpPr>
        <p:spPr bwMode="auto">
          <a:xfrm>
            <a:off x="7620000" y="1524000"/>
            <a:ext cx="660400" cy="850900"/>
          </a:xfrm>
          <a:custGeom>
            <a:avLst/>
            <a:gdLst>
              <a:gd name="T0" fmla="*/ 383063737 w 416"/>
              <a:gd name="T1" fmla="*/ 1350803532 h 536"/>
              <a:gd name="T2" fmla="*/ 20161250 w 416"/>
              <a:gd name="T3" fmla="*/ 504031219 h 536"/>
              <a:gd name="T4" fmla="*/ 504031301 w 416"/>
              <a:gd name="T5" fmla="*/ 20161247 h 536"/>
              <a:gd name="T6" fmla="*/ 987901357 w 416"/>
              <a:gd name="T7" fmla="*/ 383063675 h 536"/>
              <a:gd name="T8" fmla="*/ 866933892 w 416"/>
              <a:gd name="T9" fmla="*/ 1229836087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040" name="Object 97">
            <a:extLst>
              <a:ext uri="{FF2B5EF4-FFF2-40B4-BE49-F238E27FC236}">
                <a16:creationId xmlns:a16="http://schemas.microsoft.com/office/drawing/2014/main" id="{AB47F335-7583-969E-D669-82C71FB2CC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32701" y="10795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72808" imgH="444307" progId="Equation.3">
                  <p:embed/>
                </p:oleObj>
              </mc:Choice>
              <mc:Fallback>
                <p:oleObj name="Equation" r:id="rId22" imgW="672808" imgH="444307" progId="Equation.3">
                  <p:embed/>
                  <p:pic>
                    <p:nvPicPr>
                      <p:cNvPr id="1040" name="Object 97">
                        <a:extLst>
                          <a:ext uri="{FF2B5EF4-FFF2-40B4-BE49-F238E27FC236}">
                            <a16:creationId xmlns:a16="http://schemas.microsoft.com/office/drawing/2014/main" id="{AB47F335-7583-969E-D669-82C71FB2CC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2701" y="10795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3" name="Line 98">
            <a:extLst>
              <a:ext uri="{FF2B5EF4-FFF2-40B4-BE49-F238E27FC236}">
                <a16:creationId xmlns:a16="http://schemas.microsoft.com/office/drawing/2014/main" id="{7D862F71-14DF-DAF8-6E0F-1F3CC1664A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1400" y="28194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4" name="Freeform 99">
            <a:extLst>
              <a:ext uri="{FF2B5EF4-FFF2-40B4-BE49-F238E27FC236}">
                <a16:creationId xmlns:a16="http://schemas.microsoft.com/office/drawing/2014/main" id="{8397B566-E203-B798-4ADD-1D2CEB7A704F}"/>
              </a:ext>
            </a:extLst>
          </p:cNvPr>
          <p:cNvSpPr>
            <a:spLocks/>
          </p:cNvSpPr>
          <p:nvPr/>
        </p:nvSpPr>
        <p:spPr bwMode="auto">
          <a:xfrm>
            <a:off x="6096000" y="2667000"/>
            <a:ext cx="1752600" cy="990600"/>
          </a:xfrm>
          <a:custGeom>
            <a:avLst/>
            <a:gdLst>
              <a:gd name="T0" fmla="*/ 0 w 1104"/>
              <a:gd name="T1" fmla="*/ 1572577282 h 624"/>
              <a:gd name="T2" fmla="*/ 1088707415 w 1104"/>
              <a:gd name="T3" fmla="*/ 483870009 h 624"/>
              <a:gd name="T4" fmla="*/ 2147483647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065" name="Freeform 100">
            <a:extLst>
              <a:ext uri="{FF2B5EF4-FFF2-40B4-BE49-F238E27FC236}">
                <a16:creationId xmlns:a16="http://schemas.microsoft.com/office/drawing/2014/main" id="{7EC66362-0DA0-8324-4FF7-686A7CF072A8}"/>
              </a:ext>
            </a:extLst>
          </p:cNvPr>
          <p:cNvSpPr>
            <a:spLocks/>
          </p:cNvSpPr>
          <p:nvPr/>
        </p:nvSpPr>
        <p:spPr bwMode="auto">
          <a:xfrm>
            <a:off x="4800600" y="2476500"/>
            <a:ext cx="2971800" cy="1181100"/>
          </a:xfrm>
          <a:custGeom>
            <a:avLst/>
            <a:gdLst>
              <a:gd name="T0" fmla="*/ 0 w 1872"/>
              <a:gd name="T1" fmla="*/ 1874996428 h 744"/>
              <a:gd name="T2" fmla="*/ 1814512820 w 1872"/>
              <a:gd name="T3" fmla="*/ 302418750 h 744"/>
              <a:gd name="T4" fmla="*/ 2147483647 w 1872"/>
              <a:gd name="T5" fmla="*/ 60483755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066" name="Freeform 101">
            <a:extLst>
              <a:ext uri="{FF2B5EF4-FFF2-40B4-BE49-F238E27FC236}">
                <a16:creationId xmlns:a16="http://schemas.microsoft.com/office/drawing/2014/main" id="{AF72B8B0-D4F6-7CE0-3F68-FFF21782BA13}"/>
              </a:ext>
            </a:extLst>
          </p:cNvPr>
          <p:cNvSpPr>
            <a:spLocks/>
          </p:cNvSpPr>
          <p:nvPr/>
        </p:nvSpPr>
        <p:spPr bwMode="auto">
          <a:xfrm>
            <a:off x="3505200" y="1854200"/>
            <a:ext cx="4343400" cy="1803400"/>
          </a:xfrm>
          <a:custGeom>
            <a:avLst/>
            <a:gdLst>
              <a:gd name="T0" fmla="*/ 0 w 2736"/>
              <a:gd name="T1" fmla="*/ 2147483647 h 1136"/>
              <a:gd name="T2" fmla="*/ 1814512646 w 2736"/>
              <a:gd name="T3" fmla="*/ 322579961 h 1136"/>
              <a:gd name="T4" fmla="*/ 2147483647 w 2736"/>
              <a:gd name="T5" fmla="*/ 927417498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pSp>
        <p:nvGrpSpPr>
          <p:cNvPr id="1067" name="Group 103">
            <a:extLst>
              <a:ext uri="{FF2B5EF4-FFF2-40B4-BE49-F238E27FC236}">
                <a16:creationId xmlns:a16="http://schemas.microsoft.com/office/drawing/2014/main" id="{077C02FE-1554-0A51-E074-03C4197F4FF8}"/>
              </a:ext>
            </a:extLst>
          </p:cNvPr>
          <p:cNvGrpSpPr>
            <a:grpSpLocks/>
          </p:cNvGrpSpPr>
          <p:nvPr/>
        </p:nvGrpSpPr>
        <p:grpSpPr bwMode="auto">
          <a:xfrm>
            <a:off x="8153401" y="2819400"/>
            <a:ext cx="900113" cy="609600"/>
            <a:chOff x="4224" y="1824"/>
            <a:chExt cx="567" cy="384"/>
          </a:xfrm>
        </p:grpSpPr>
        <p:graphicFrame>
          <p:nvGraphicFramePr>
            <p:cNvPr id="1041" name="Object 104">
              <a:extLst>
                <a:ext uri="{FF2B5EF4-FFF2-40B4-BE49-F238E27FC236}">
                  <a16:creationId xmlns:a16="http://schemas.microsoft.com/office/drawing/2014/main" id="{C533FD43-BF54-89C4-EA04-71BB336462B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672808" imgH="444307" progId="Equation.3">
                    <p:embed/>
                  </p:oleObj>
                </mc:Choice>
                <mc:Fallback>
                  <p:oleObj name="Equation" r:id="rId24" imgW="672808" imgH="444307" progId="Equation.3">
                    <p:embed/>
                    <p:pic>
                      <p:nvPicPr>
                        <p:cNvPr id="1041" name="Object 104">
                          <a:extLst>
                            <a:ext uri="{FF2B5EF4-FFF2-40B4-BE49-F238E27FC236}">
                              <a16:creationId xmlns:a16="http://schemas.microsoft.com/office/drawing/2014/main" id="{C533FD43-BF54-89C4-EA04-71BB336462B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68" name="Line 105">
              <a:extLst>
                <a:ext uri="{FF2B5EF4-FFF2-40B4-BE49-F238E27FC236}">
                  <a16:creationId xmlns:a16="http://schemas.microsoft.com/office/drawing/2014/main" id="{DF3E29DA-6408-5BAC-9ADA-F357FD78FB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43F58-5C58-751F-5E6B-7D4ACAF7F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3767667" cy="786342"/>
          </a:xfrm>
        </p:spPr>
        <p:txBody>
          <a:bodyPr/>
          <a:lstStyle/>
          <a:p>
            <a:r>
              <a:rPr lang="en-US" altLang="en-US" dirty="0"/>
              <a:t>Transition Table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7C560B-6B1B-A116-22AA-7741BE9231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407" t="1646" r="-1244" b="-1646"/>
          <a:stretch>
            <a:fillRect/>
          </a:stretch>
        </p:blipFill>
        <p:spPr>
          <a:xfrm>
            <a:off x="0" y="1151468"/>
            <a:ext cx="7853423" cy="3600953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BBAE700-2999-F223-0045-F87673E7B8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42438"/>
              </p:ext>
            </p:extLst>
          </p:nvPr>
        </p:nvGraphicFramePr>
        <p:xfrm>
          <a:off x="7586135" y="637621"/>
          <a:ext cx="4473362" cy="377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3230">
                  <a:extLst>
                    <a:ext uri="{9D8B030D-6E8A-4147-A177-3AD203B41FA5}">
                      <a16:colId xmlns:a16="http://schemas.microsoft.com/office/drawing/2014/main" val="1263159365"/>
                    </a:ext>
                  </a:extLst>
                </a:gridCol>
                <a:gridCol w="1380066">
                  <a:extLst>
                    <a:ext uri="{9D8B030D-6E8A-4147-A177-3AD203B41FA5}">
                      <a16:colId xmlns:a16="http://schemas.microsoft.com/office/drawing/2014/main" val="3984739058"/>
                    </a:ext>
                  </a:extLst>
                </a:gridCol>
                <a:gridCol w="1380066">
                  <a:extLst>
                    <a:ext uri="{9D8B030D-6E8A-4147-A177-3AD203B41FA5}">
                      <a16:colId xmlns:a16="http://schemas.microsoft.com/office/drawing/2014/main" val="3162592736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States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                     </a:t>
                      </a:r>
                    </a:p>
                    <a:p>
                      <a:r>
                        <a:rPr lang="en-US" dirty="0"/>
                        <a:t>                                                                   </a:t>
                      </a:r>
                    </a:p>
                    <a:p>
                      <a:r>
                        <a:rPr lang="en-US" dirty="0"/>
                        <a:t>                  INPUTS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3932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               </a:t>
                      </a:r>
                    </a:p>
                    <a:p>
                      <a:r>
                        <a:rPr lang="en-US" dirty="0"/>
                        <a:t>        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  </a:t>
                      </a:r>
                    </a:p>
                    <a:p>
                      <a:r>
                        <a:rPr lang="en-US" dirty="0"/>
                        <a:t>           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386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-&gt; q</a:t>
                      </a:r>
                      <a:r>
                        <a:rPr lang="en-US" sz="2400" baseline="-25000" dirty="0"/>
                        <a:t>0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q</a:t>
                      </a:r>
                      <a:r>
                        <a:rPr lang="en-US" baseline="-25000" dirty="0"/>
                        <a:t>1</a:t>
                      </a:r>
                      <a:r>
                        <a:rPr lang="en-US" dirty="0"/>
                        <a:t>  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/>
                        <a:t>          q</a:t>
                      </a:r>
                      <a:r>
                        <a:rPr lang="en-US" baseline="-25000" dirty="0"/>
                        <a:t>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316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  q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/>
                        <a:t>      q</a:t>
                      </a:r>
                      <a:r>
                        <a:rPr lang="en-US" baseline="-25000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q</a:t>
                      </a:r>
                      <a:r>
                        <a:rPr lang="en-US" baseline="-25000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700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  q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/>
                        <a:t>       q</a:t>
                      </a:r>
                      <a:r>
                        <a:rPr lang="en-US" baseline="-25000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q</a:t>
                      </a:r>
                      <a:r>
                        <a:rPr lang="en-US" baseline="-25000" dirty="0"/>
                        <a:t>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830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  q</a:t>
                      </a:r>
                      <a:r>
                        <a:rPr lang="en-US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/>
                        <a:t>       q</a:t>
                      </a:r>
                      <a:r>
                        <a:rPr lang="en-US" baseline="-25000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-25000" dirty="0"/>
                        <a:t>              </a:t>
                      </a:r>
                      <a:r>
                        <a:rPr lang="en-US" baseline="0" dirty="0"/>
                        <a:t>q</a:t>
                      </a:r>
                      <a:r>
                        <a:rPr lang="en-US" baseline="-25000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3143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-25000" dirty="0"/>
                        <a:t>               </a:t>
                      </a:r>
                      <a:r>
                        <a:rPr lang="en-US" baseline="0" dirty="0"/>
                        <a:t>q</a:t>
                      </a:r>
                      <a:r>
                        <a:rPr lang="en-US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/>
                        <a:t>       q</a:t>
                      </a:r>
                      <a:r>
                        <a:rPr lang="en-US" baseline="-25000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/>
                        <a:t>          q</a:t>
                      </a:r>
                      <a:r>
                        <a:rPr lang="en-US" baseline="-25000" dirty="0"/>
                        <a:t>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298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/>
                        <a:t>          q</a:t>
                      </a:r>
                      <a:r>
                        <a:rPr lang="en-US" baseline="-25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/>
                        <a:t>       q</a:t>
                      </a:r>
                      <a:r>
                        <a:rPr lang="en-US" baseline="-25000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/>
                        <a:t>          q</a:t>
                      </a:r>
                      <a:r>
                        <a:rPr lang="en-US" baseline="-25000" dirty="0"/>
                        <a:t>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92533"/>
                  </a:ext>
                </a:extLst>
              </a:tr>
            </a:tbl>
          </a:graphicData>
        </a:graphic>
      </p:graphicFrame>
      <p:sp>
        <p:nvSpPr>
          <p:cNvPr id="9" name="Oval 8">
            <a:extLst>
              <a:ext uri="{FF2B5EF4-FFF2-40B4-BE49-F238E27FC236}">
                <a16:creationId xmlns:a16="http://schemas.microsoft.com/office/drawing/2014/main" id="{1934F5F6-358B-E454-B0CD-AC2745D51E0C}"/>
              </a:ext>
            </a:extLst>
          </p:cNvPr>
          <p:cNvSpPr/>
          <p:nvPr/>
        </p:nvSpPr>
        <p:spPr>
          <a:xfrm>
            <a:off x="7780020" y="3665220"/>
            <a:ext cx="712047" cy="3903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C9FF0E0-11A7-E58C-6FD6-D98C19E34147}"/>
              </a:ext>
            </a:extLst>
          </p:cNvPr>
          <p:cNvSpPr/>
          <p:nvPr/>
        </p:nvSpPr>
        <p:spPr>
          <a:xfrm>
            <a:off x="7853423" y="3722369"/>
            <a:ext cx="580943" cy="2760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  <a:r>
              <a:rPr lang="en-US" baseline="-250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801447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Rectangle 2">
            <a:extLst>
              <a:ext uri="{FF2B5EF4-FFF2-40B4-BE49-F238E27FC236}">
                <a16:creationId xmlns:a16="http://schemas.microsoft.com/office/drawing/2014/main" id="{4F76B5E0-CA18-6D92-CCC5-D8A61153BB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88392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/>
              <a:t>Initial Configuration</a:t>
            </a:r>
          </a:p>
        </p:txBody>
      </p:sp>
      <p:sp>
        <p:nvSpPr>
          <p:cNvPr id="2071" name="Rectangle 3">
            <a:extLst>
              <a:ext uri="{FF2B5EF4-FFF2-40B4-BE49-F238E27FC236}">
                <a16:creationId xmlns:a16="http://schemas.microsoft.com/office/drawing/2014/main" id="{194A86D4-7305-2EAD-CA0D-576B6FF944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 </a:t>
            </a:r>
          </a:p>
        </p:txBody>
      </p:sp>
      <p:sp>
        <p:nvSpPr>
          <p:cNvPr id="2072" name="Oval 5">
            <a:extLst>
              <a:ext uri="{FF2B5EF4-FFF2-40B4-BE49-F238E27FC236}">
                <a16:creationId xmlns:a16="http://schemas.microsoft.com/office/drawing/2014/main" id="{370A7634-DE4E-4097-F688-FAD2A1068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9" y="4879976"/>
            <a:ext cx="530225" cy="530225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073" name="Oval 6">
            <a:extLst>
              <a:ext uri="{FF2B5EF4-FFF2-40B4-BE49-F238E27FC236}">
                <a16:creationId xmlns:a16="http://schemas.microsoft.com/office/drawing/2014/main" id="{90C8BA46-8FE7-7D77-B8C0-2CDB19355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074" name="Oval 7">
            <a:extLst>
              <a:ext uri="{FF2B5EF4-FFF2-40B4-BE49-F238E27FC236}">
                <a16:creationId xmlns:a16="http://schemas.microsoft.com/office/drawing/2014/main" id="{5FD8B372-B770-2B5D-822C-AC601AC88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075" name="Oval 8">
            <a:extLst>
              <a:ext uri="{FF2B5EF4-FFF2-40B4-BE49-F238E27FC236}">
                <a16:creationId xmlns:a16="http://schemas.microsoft.com/office/drawing/2014/main" id="{8C494196-AF9D-AF46-355C-55AB8DF3E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076" name="Oval 9">
            <a:extLst>
              <a:ext uri="{FF2B5EF4-FFF2-40B4-BE49-F238E27FC236}">
                <a16:creationId xmlns:a16="http://schemas.microsoft.com/office/drawing/2014/main" id="{F5E9D5D0-7E74-1E09-8CA2-48A8AFBD4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077" name="Line 10">
            <a:extLst>
              <a:ext uri="{FF2B5EF4-FFF2-40B4-BE49-F238E27FC236}">
                <a16:creationId xmlns:a16="http://schemas.microsoft.com/office/drawing/2014/main" id="{3C3D3A75-D439-C32A-104D-596042E6A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51816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78" name="Line 11">
            <a:extLst>
              <a:ext uri="{FF2B5EF4-FFF2-40B4-BE49-F238E27FC236}">
                <a16:creationId xmlns:a16="http://schemas.microsoft.com/office/drawing/2014/main" id="{3F632CEC-CDE0-75D5-9F1D-554F2C9CBF5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79" name="Line 12">
            <a:extLst>
              <a:ext uri="{FF2B5EF4-FFF2-40B4-BE49-F238E27FC236}">
                <a16:creationId xmlns:a16="http://schemas.microsoft.com/office/drawing/2014/main" id="{15B40C57-BB1E-AD0B-C433-9E74F668587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80" name="Line 13">
            <a:extLst>
              <a:ext uri="{FF2B5EF4-FFF2-40B4-BE49-F238E27FC236}">
                <a16:creationId xmlns:a16="http://schemas.microsoft.com/office/drawing/2014/main" id="{507F3436-C7A8-64A7-ACE3-ACBBD3711574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81" name="Oval 15">
            <a:extLst>
              <a:ext uri="{FF2B5EF4-FFF2-40B4-BE49-F238E27FC236}">
                <a16:creationId xmlns:a16="http://schemas.microsoft.com/office/drawing/2014/main" id="{56F0979E-09E3-8337-5EF5-C28085A9F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050" name="Object 16">
            <a:extLst>
              <a:ext uri="{FF2B5EF4-FFF2-40B4-BE49-F238E27FC236}">
                <a16:creationId xmlns:a16="http://schemas.microsoft.com/office/drawing/2014/main" id="{586EDED7-EE75-6D1D-31A9-8DBDB3CA77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81501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2751" imgH="469696" progId="Equation.3">
                  <p:embed/>
                </p:oleObj>
              </mc:Choice>
              <mc:Fallback>
                <p:oleObj name="Equation" r:id="rId2" imgW="342751" imgH="469696" progId="Equation.3">
                  <p:embed/>
                  <p:pic>
                    <p:nvPicPr>
                      <p:cNvPr id="2050" name="Object 16">
                        <a:extLst>
                          <a:ext uri="{FF2B5EF4-FFF2-40B4-BE49-F238E27FC236}">
                            <a16:creationId xmlns:a16="http://schemas.microsoft.com/office/drawing/2014/main" id="{586EDED7-EE75-6D1D-31A9-8DBDB3CA77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1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17">
            <a:extLst>
              <a:ext uri="{FF2B5EF4-FFF2-40B4-BE49-F238E27FC236}">
                <a16:creationId xmlns:a16="http://schemas.microsoft.com/office/drawing/2014/main" id="{51E4AA08-7CD3-B806-9FD8-3B848AF2AB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3529" imgH="469696" progId="Equation.3">
                  <p:embed/>
                </p:oleObj>
              </mc:Choice>
              <mc:Fallback>
                <p:oleObj name="Equation" r:id="rId4" imgW="393529" imgH="469696" progId="Equation.3">
                  <p:embed/>
                  <p:pic>
                    <p:nvPicPr>
                      <p:cNvPr id="2051" name="Object 17">
                        <a:extLst>
                          <a:ext uri="{FF2B5EF4-FFF2-40B4-BE49-F238E27FC236}">
                            <a16:creationId xmlns:a16="http://schemas.microsoft.com/office/drawing/2014/main" id="{51E4AA08-7CD3-B806-9FD8-3B848AF2AB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18">
            <a:extLst>
              <a:ext uri="{FF2B5EF4-FFF2-40B4-BE49-F238E27FC236}">
                <a16:creationId xmlns:a16="http://schemas.microsoft.com/office/drawing/2014/main" id="{1DDF0E26-4BF8-B751-66DF-3FADECA9DF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69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2052" name="Object 18">
                        <a:extLst>
                          <a:ext uri="{FF2B5EF4-FFF2-40B4-BE49-F238E27FC236}">
                            <a16:creationId xmlns:a16="http://schemas.microsoft.com/office/drawing/2014/main" id="{1DDF0E26-4BF8-B751-66DF-3FADECA9DF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" name="Object 19">
            <a:extLst>
              <a:ext uri="{FF2B5EF4-FFF2-40B4-BE49-F238E27FC236}">
                <a16:creationId xmlns:a16="http://schemas.microsoft.com/office/drawing/2014/main" id="{C1367069-74BC-233D-2A1E-F413F34860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05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100" imgH="469900" progId="Equation.3">
                  <p:embed/>
                </p:oleObj>
              </mc:Choice>
              <mc:Fallback>
                <p:oleObj name="Equation" r:id="rId8" imgW="419100" imgH="469900" progId="Equation.3">
                  <p:embed/>
                  <p:pic>
                    <p:nvPicPr>
                      <p:cNvPr id="2053" name="Object 19">
                        <a:extLst>
                          <a:ext uri="{FF2B5EF4-FFF2-40B4-BE49-F238E27FC236}">
                            <a16:creationId xmlns:a16="http://schemas.microsoft.com/office/drawing/2014/main" id="{C1367069-74BC-233D-2A1E-F413F34860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2" name="Line 20">
            <a:extLst>
              <a:ext uri="{FF2B5EF4-FFF2-40B4-BE49-F238E27FC236}">
                <a16:creationId xmlns:a16="http://schemas.microsoft.com/office/drawing/2014/main" id="{1ACB15BD-CF90-7C6A-1340-5CD9280BAA0A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54" name="Object 21">
            <a:extLst>
              <a:ext uri="{FF2B5EF4-FFF2-40B4-BE49-F238E27FC236}">
                <a16:creationId xmlns:a16="http://schemas.microsoft.com/office/drawing/2014/main" id="{785B8220-1BA1-F44F-E893-BBCE5FA360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584" imgH="279279" progId="Equation.3">
                  <p:embed/>
                </p:oleObj>
              </mc:Choice>
              <mc:Fallback>
                <p:oleObj name="Equation" r:id="rId10" imgW="266584" imgH="279279" progId="Equation.3">
                  <p:embed/>
                  <p:pic>
                    <p:nvPicPr>
                      <p:cNvPr id="2054" name="Object 21">
                        <a:extLst>
                          <a:ext uri="{FF2B5EF4-FFF2-40B4-BE49-F238E27FC236}">
                            <a16:creationId xmlns:a16="http://schemas.microsoft.com/office/drawing/2014/main" id="{785B8220-1BA1-F44F-E893-BBCE5FA360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5" name="Object 22">
            <a:extLst>
              <a:ext uri="{FF2B5EF4-FFF2-40B4-BE49-F238E27FC236}">
                <a16:creationId xmlns:a16="http://schemas.microsoft.com/office/drawing/2014/main" id="{831D17C1-B5EB-9669-EABA-23B5F4C32E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9279" imgH="380835" progId="Equation.3">
                  <p:embed/>
                </p:oleObj>
              </mc:Choice>
              <mc:Fallback>
                <p:oleObj name="Equation" r:id="rId12" imgW="279279" imgH="380835" progId="Equation.3">
                  <p:embed/>
                  <p:pic>
                    <p:nvPicPr>
                      <p:cNvPr id="2055" name="Object 22">
                        <a:extLst>
                          <a:ext uri="{FF2B5EF4-FFF2-40B4-BE49-F238E27FC236}">
                            <a16:creationId xmlns:a16="http://schemas.microsoft.com/office/drawing/2014/main" id="{831D17C1-B5EB-9669-EABA-23B5F4C32E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6" name="Object 23">
            <a:extLst>
              <a:ext uri="{FF2B5EF4-FFF2-40B4-BE49-F238E27FC236}">
                <a16:creationId xmlns:a16="http://schemas.microsoft.com/office/drawing/2014/main" id="{86674721-BA7D-8571-9757-31B775C73B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9279" imgH="380835" progId="Equation.3">
                  <p:embed/>
                </p:oleObj>
              </mc:Choice>
              <mc:Fallback>
                <p:oleObj name="Equation" r:id="rId12" imgW="279279" imgH="380835" progId="Equation.3">
                  <p:embed/>
                  <p:pic>
                    <p:nvPicPr>
                      <p:cNvPr id="2056" name="Object 23">
                        <a:extLst>
                          <a:ext uri="{FF2B5EF4-FFF2-40B4-BE49-F238E27FC236}">
                            <a16:creationId xmlns:a16="http://schemas.microsoft.com/office/drawing/2014/main" id="{86674721-BA7D-8571-9757-31B775C73B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7" name="Object 24">
            <a:extLst>
              <a:ext uri="{FF2B5EF4-FFF2-40B4-BE49-F238E27FC236}">
                <a16:creationId xmlns:a16="http://schemas.microsoft.com/office/drawing/2014/main" id="{7D14F941-AF16-0F89-EDC8-61E2717A5C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2057" name="Object 24">
                        <a:extLst>
                          <a:ext uri="{FF2B5EF4-FFF2-40B4-BE49-F238E27FC236}">
                            <a16:creationId xmlns:a16="http://schemas.microsoft.com/office/drawing/2014/main" id="{7D14F941-AF16-0F89-EDC8-61E2717A5C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3" name="Oval 31">
            <a:extLst>
              <a:ext uri="{FF2B5EF4-FFF2-40B4-BE49-F238E27FC236}">
                <a16:creationId xmlns:a16="http://schemas.microsoft.com/office/drawing/2014/main" id="{5300CF3D-5641-ED1E-C63D-9D2455453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058" name="Object 32">
            <a:extLst>
              <a:ext uri="{FF2B5EF4-FFF2-40B4-BE49-F238E27FC236}">
                <a16:creationId xmlns:a16="http://schemas.microsoft.com/office/drawing/2014/main" id="{5B2A7EE4-7F4B-CA0B-2931-DD5B68E6A9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08901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06224" imgH="469696" progId="Equation.3">
                  <p:embed/>
                </p:oleObj>
              </mc:Choice>
              <mc:Fallback>
                <p:oleObj name="Equation" r:id="rId15" imgW="406224" imgH="469696" progId="Equation.3">
                  <p:embed/>
                  <p:pic>
                    <p:nvPicPr>
                      <p:cNvPr id="2058" name="Object 32">
                        <a:extLst>
                          <a:ext uri="{FF2B5EF4-FFF2-40B4-BE49-F238E27FC236}">
                            <a16:creationId xmlns:a16="http://schemas.microsoft.com/office/drawing/2014/main" id="{5B2A7EE4-7F4B-CA0B-2931-DD5B68E6A9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1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9" name="Object 33">
            <a:extLst>
              <a:ext uri="{FF2B5EF4-FFF2-40B4-BE49-F238E27FC236}">
                <a16:creationId xmlns:a16="http://schemas.microsoft.com/office/drawing/2014/main" id="{09CA0459-5BE0-2BA9-401E-6189E4C72D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1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2059" name="Object 33">
                        <a:extLst>
                          <a:ext uri="{FF2B5EF4-FFF2-40B4-BE49-F238E27FC236}">
                            <a16:creationId xmlns:a16="http://schemas.microsoft.com/office/drawing/2014/main" id="{09CA0459-5BE0-2BA9-401E-6189E4C72D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0" name="Object 34">
            <a:extLst>
              <a:ext uri="{FF2B5EF4-FFF2-40B4-BE49-F238E27FC236}">
                <a16:creationId xmlns:a16="http://schemas.microsoft.com/office/drawing/2014/main" id="{655C4833-EBC1-3419-3F41-C090911B45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2060" name="Object 34">
                        <a:extLst>
                          <a:ext uri="{FF2B5EF4-FFF2-40B4-BE49-F238E27FC236}">
                            <a16:creationId xmlns:a16="http://schemas.microsoft.com/office/drawing/2014/main" id="{655C4833-EBC1-3419-3F41-C090911B45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1" name="Object 35">
            <a:extLst>
              <a:ext uri="{FF2B5EF4-FFF2-40B4-BE49-F238E27FC236}">
                <a16:creationId xmlns:a16="http://schemas.microsoft.com/office/drawing/2014/main" id="{A0476A9F-3554-F369-BE77-0520A92BE1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79279" imgH="380835" progId="Equation.3">
                  <p:embed/>
                </p:oleObj>
              </mc:Choice>
              <mc:Fallback>
                <p:oleObj name="Equation" r:id="rId18" imgW="279279" imgH="380835" progId="Equation.3">
                  <p:embed/>
                  <p:pic>
                    <p:nvPicPr>
                      <p:cNvPr id="2061" name="Object 35">
                        <a:extLst>
                          <a:ext uri="{FF2B5EF4-FFF2-40B4-BE49-F238E27FC236}">
                            <a16:creationId xmlns:a16="http://schemas.microsoft.com/office/drawing/2014/main" id="{A0476A9F-3554-F369-BE77-0520A92BE1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2" name="Object 36">
            <a:extLst>
              <a:ext uri="{FF2B5EF4-FFF2-40B4-BE49-F238E27FC236}">
                <a16:creationId xmlns:a16="http://schemas.microsoft.com/office/drawing/2014/main" id="{79D39AAF-25ED-F22C-64F0-AAF7200E02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79279" imgH="380835" progId="Equation.3">
                  <p:embed/>
                </p:oleObj>
              </mc:Choice>
              <mc:Fallback>
                <p:oleObj name="Equation" r:id="rId19" imgW="279279" imgH="380835" progId="Equation.3">
                  <p:embed/>
                  <p:pic>
                    <p:nvPicPr>
                      <p:cNvPr id="2062" name="Object 36">
                        <a:extLst>
                          <a:ext uri="{FF2B5EF4-FFF2-40B4-BE49-F238E27FC236}">
                            <a16:creationId xmlns:a16="http://schemas.microsoft.com/office/drawing/2014/main" id="{79D39AAF-25ED-F22C-64F0-AAF7200E02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4" name="Freeform 37">
            <a:extLst>
              <a:ext uri="{FF2B5EF4-FFF2-40B4-BE49-F238E27FC236}">
                <a16:creationId xmlns:a16="http://schemas.microsoft.com/office/drawing/2014/main" id="{556022AA-EEE3-F519-B36F-29C4E274418D}"/>
              </a:ext>
            </a:extLst>
          </p:cNvPr>
          <p:cNvSpPr>
            <a:spLocks/>
          </p:cNvSpPr>
          <p:nvPr/>
        </p:nvSpPr>
        <p:spPr bwMode="auto">
          <a:xfrm>
            <a:off x="7467600" y="2819400"/>
            <a:ext cx="660400" cy="850900"/>
          </a:xfrm>
          <a:custGeom>
            <a:avLst/>
            <a:gdLst>
              <a:gd name="T0" fmla="*/ 383063737 w 416"/>
              <a:gd name="T1" fmla="*/ 1350803532 h 536"/>
              <a:gd name="T2" fmla="*/ 20161250 w 416"/>
              <a:gd name="T3" fmla="*/ 504031219 h 536"/>
              <a:gd name="T4" fmla="*/ 504031301 w 416"/>
              <a:gd name="T5" fmla="*/ 20161247 h 536"/>
              <a:gd name="T6" fmla="*/ 987901357 w 416"/>
              <a:gd name="T7" fmla="*/ 383063675 h 536"/>
              <a:gd name="T8" fmla="*/ 866933892 w 416"/>
              <a:gd name="T9" fmla="*/ 1229836087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063" name="Object 38">
            <a:extLst>
              <a:ext uri="{FF2B5EF4-FFF2-40B4-BE49-F238E27FC236}">
                <a16:creationId xmlns:a16="http://schemas.microsoft.com/office/drawing/2014/main" id="{179CC2E0-28DD-4400-522A-56BAD21247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80301" y="23749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72808" imgH="444307" progId="Equation.3">
                  <p:embed/>
                </p:oleObj>
              </mc:Choice>
              <mc:Fallback>
                <p:oleObj name="Equation" r:id="rId20" imgW="672808" imgH="444307" progId="Equation.3">
                  <p:embed/>
                  <p:pic>
                    <p:nvPicPr>
                      <p:cNvPr id="2063" name="Object 38">
                        <a:extLst>
                          <a:ext uri="{FF2B5EF4-FFF2-40B4-BE49-F238E27FC236}">
                            <a16:creationId xmlns:a16="http://schemas.microsoft.com/office/drawing/2014/main" id="{179CC2E0-28DD-4400-522A-56BAD21247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1" y="23749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5" name="Line 39">
            <a:extLst>
              <a:ext uri="{FF2B5EF4-FFF2-40B4-BE49-F238E27FC236}">
                <a16:creationId xmlns:a16="http://schemas.microsoft.com/office/drawing/2014/main" id="{86E9BAC2-909F-8E15-1E80-CA5F6973D5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39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86" name="Freeform 40">
            <a:extLst>
              <a:ext uri="{FF2B5EF4-FFF2-40B4-BE49-F238E27FC236}">
                <a16:creationId xmlns:a16="http://schemas.microsoft.com/office/drawing/2014/main" id="{E13EC96C-CEC0-ADC7-A5F1-0C315DEA0E8C}"/>
              </a:ext>
            </a:extLst>
          </p:cNvPr>
          <p:cNvSpPr>
            <a:spLocks/>
          </p:cNvSpPr>
          <p:nvPr/>
        </p:nvSpPr>
        <p:spPr bwMode="auto">
          <a:xfrm>
            <a:off x="5943600" y="3962400"/>
            <a:ext cx="1752600" cy="990600"/>
          </a:xfrm>
          <a:custGeom>
            <a:avLst/>
            <a:gdLst>
              <a:gd name="T0" fmla="*/ 0 w 1104"/>
              <a:gd name="T1" fmla="*/ 1572577282 h 624"/>
              <a:gd name="T2" fmla="*/ 1088707415 w 1104"/>
              <a:gd name="T3" fmla="*/ 483870009 h 624"/>
              <a:gd name="T4" fmla="*/ 2147483647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087" name="Freeform 41">
            <a:extLst>
              <a:ext uri="{FF2B5EF4-FFF2-40B4-BE49-F238E27FC236}">
                <a16:creationId xmlns:a16="http://schemas.microsoft.com/office/drawing/2014/main" id="{D8D0C539-435F-72D0-0F03-D6EF443507A1}"/>
              </a:ext>
            </a:extLst>
          </p:cNvPr>
          <p:cNvSpPr>
            <a:spLocks/>
          </p:cNvSpPr>
          <p:nvPr/>
        </p:nvSpPr>
        <p:spPr bwMode="auto">
          <a:xfrm>
            <a:off x="4648200" y="3771900"/>
            <a:ext cx="2971800" cy="1181100"/>
          </a:xfrm>
          <a:custGeom>
            <a:avLst/>
            <a:gdLst>
              <a:gd name="T0" fmla="*/ 0 w 1872"/>
              <a:gd name="T1" fmla="*/ 1874996428 h 744"/>
              <a:gd name="T2" fmla="*/ 1814512820 w 1872"/>
              <a:gd name="T3" fmla="*/ 302418750 h 744"/>
              <a:gd name="T4" fmla="*/ 2147483647 w 1872"/>
              <a:gd name="T5" fmla="*/ 60483755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088" name="Freeform 42">
            <a:extLst>
              <a:ext uri="{FF2B5EF4-FFF2-40B4-BE49-F238E27FC236}">
                <a16:creationId xmlns:a16="http://schemas.microsoft.com/office/drawing/2014/main" id="{2084138A-AB30-6AD8-2EB0-88552DBC78A7}"/>
              </a:ext>
            </a:extLst>
          </p:cNvPr>
          <p:cNvSpPr>
            <a:spLocks/>
          </p:cNvSpPr>
          <p:nvPr/>
        </p:nvSpPr>
        <p:spPr bwMode="auto">
          <a:xfrm>
            <a:off x="3352800" y="3149600"/>
            <a:ext cx="4343400" cy="1803400"/>
          </a:xfrm>
          <a:custGeom>
            <a:avLst/>
            <a:gdLst>
              <a:gd name="T0" fmla="*/ 0 w 2736"/>
              <a:gd name="T1" fmla="*/ 2147483647 h 1136"/>
              <a:gd name="T2" fmla="*/ 1814512646 w 2736"/>
              <a:gd name="T3" fmla="*/ 322579961 h 1136"/>
              <a:gd name="T4" fmla="*/ 2147483647 w 2736"/>
              <a:gd name="T5" fmla="*/ 927417498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089" name="Rectangle 44">
            <a:extLst>
              <a:ext uri="{FF2B5EF4-FFF2-40B4-BE49-F238E27FC236}">
                <a16:creationId xmlns:a16="http://schemas.microsoft.com/office/drawing/2014/main" id="{7985619D-07CD-5BB9-E0D4-22A435BD0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090" name="Text Box 46">
            <a:extLst>
              <a:ext uri="{FF2B5EF4-FFF2-40B4-BE49-F238E27FC236}">
                <a16:creationId xmlns:a16="http://schemas.microsoft.com/office/drawing/2014/main" id="{57B5AB56-31F4-4E18-93EA-703EC824A0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1" y="838200"/>
            <a:ext cx="25749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Input String</a:t>
            </a:r>
          </a:p>
        </p:txBody>
      </p:sp>
      <p:sp>
        <p:nvSpPr>
          <p:cNvPr id="2091" name="Line 47">
            <a:extLst>
              <a:ext uri="{FF2B5EF4-FFF2-40B4-BE49-F238E27FC236}">
                <a16:creationId xmlns:a16="http://schemas.microsoft.com/office/drawing/2014/main" id="{87844CBD-B116-4576-359E-8A25E20AC9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92" name="Line 48">
            <a:extLst>
              <a:ext uri="{FF2B5EF4-FFF2-40B4-BE49-F238E27FC236}">
                <a16:creationId xmlns:a16="http://schemas.microsoft.com/office/drawing/2014/main" id="{5DFD21CE-0278-0813-6C3E-B4BD63A3966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93" name="Line 49">
            <a:extLst>
              <a:ext uri="{FF2B5EF4-FFF2-40B4-BE49-F238E27FC236}">
                <a16:creationId xmlns:a16="http://schemas.microsoft.com/office/drawing/2014/main" id="{1871DD85-3A6C-5E3B-3942-6F27599799E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94" name="Line 50">
            <a:extLst>
              <a:ext uri="{FF2B5EF4-FFF2-40B4-BE49-F238E27FC236}">
                <a16:creationId xmlns:a16="http://schemas.microsoft.com/office/drawing/2014/main" id="{16FA89E9-727B-3710-D006-B66EF2C6216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64" name="Object 52">
            <a:extLst>
              <a:ext uri="{FF2B5EF4-FFF2-40B4-BE49-F238E27FC236}">
                <a16:creationId xmlns:a16="http://schemas.microsoft.com/office/drawing/2014/main" id="{BD98893E-2F0A-1D66-7578-F036338561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66584" imgH="279279" progId="Equation.3">
                  <p:embed/>
                </p:oleObj>
              </mc:Choice>
              <mc:Fallback>
                <p:oleObj name="Equation" r:id="rId22" imgW="266584" imgH="279279" progId="Equation.3">
                  <p:embed/>
                  <p:pic>
                    <p:nvPicPr>
                      <p:cNvPr id="2064" name="Object 52">
                        <a:extLst>
                          <a:ext uri="{FF2B5EF4-FFF2-40B4-BE49-F238E27FC236}">
                            <a16:creationId xmlns:a16="http://schemas.microsoft.com/office/drawing/2014/main" id="{BD98893E-2F0A-1D66-7578-F036338561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5" name="Object 53">
            <a:extLst>
              <a:ext uri="{FF2B5EF4-FFF2-40B4-BE49-F238E27FC236}">
                <a16:creationId xmlns:a16="http://schemas.microsoft.com/office/drawing/2014/main" id="{91A2BD95-B6E1-255E-C18A-7D6960D362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79279" imgH="380835" progId="Equation.3">
                  <p:embed/>
                </p:oleObj>
              </mc:Choice>
              <mc:Fallback>
                <p:oleObj name="Equation" r:id="rId19" imgW="279279" imgH="380835" progId="Equation.3">
                  <p:embed/>
                  <p:pic>
                    <p:nvPicPr>
                      <p:cNvPr id="2065" name="Object 53">
                        <a:extLst>
                          <a:ext uri="{FF2B5EF4-FFF2-40B4-BE49-F238E27FC236}">
                            <a16:creationId xmlns:a16="http://schemas.microsoft.com/office/drawing/2014/main" id="{91A2BD95-B6E1-255E-C18A-7D6960D362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6" name="Object 54">
            <a:extLst>
              <a:ext uri="{FF2B5EF4-FFF2-40B4-BE49-F238E27FC236}">
                <a16:creationId xmlns:a16="http://schemas.microsoft.com/office/drawing/2014/main" id="{9374A3FD-8263-1452-5859-6ADC2E2460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79279" imgH="380835" progId="Equation.3">
                  <p:embed/>
                </p:oleObj>
              </mc:Choice>
              <mc:Fallback>
                <p:oleObj name="Equation" r:id="rId23" imgW="279279" imgH="380835" progId="Equation.3">
                  <p:embed/>
                  <p:pic>
                    <p:nvPicPr>
                      <p:cNvPr id="2066" name="Object 54">
                        <a:extLst>
                          <a:ext uri="{FF2B5EF4-FFF2-40B4-BE49-F238E27FC236}">
                            <a16:creationId xmlns:a16="http://schemas.microsoft.com/office/drawing/2014/main" id="{9374A3FD-8263-1452-5859-6ADC2E2460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7" name="Object 55">
            <a:extLst>
              <a:ext uri="{FF2B5EF4-FFF2-40B4-BE49-F238E27FC236}">
                <a16:creationId xmlns:a16="http://schemas.microsoft.com/office/drawing/2014/main" id="{66CAD151-68DF-1A8D-6929-C7AE219A4C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66584" imgH="279279" progId="Equation.3">
                  <p:embed/>
                </p:oleObj>
              </mc:Choice>
              <mc:Fallback>
                <p:oleObj name="Equation" r:id="rId24" imgW="266584" imgH="279279" progId="Equation.3">
                  <p:embed/>
                  <p:pic>
                    <p:nvPicPr>
                      <p:cNvPr id="2067" name="Object 55">
                        <a:extLst>
                          <a:ext uri="{FF2B5EF4-FFF2-40B4-BE49-F238E27FC236}">
                            <a16:creationId xmlns:a16="http://schemas.microsoft.com/office/drawing/2014/main" id="{66CAD151-68DF-1A8D-6929-C7AE219A4C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5" name="Line 56">
            <a:extLst>
              <a:ext uri="{FF2B5EF4-FFF2-40B4-BE49-F238E27FC236}">
                <a16:creationId xmlns:a16="http://schemas.microsoft.com/office/drawing/2014/main" id="{39800FF7-DDCB-27EA-7008-A03CE52EC16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96" name="Line 60">
            <a:extLst>
              <a:ext uri="{FF2B5EF4-FFF2-40B4-BE49-F238E27FC236}">
                <a16:creationId xmlns:a16="http://schemas.microsoft.com/office/drawing/2014/main" id="{F65AAEC9-7911-BDD7-BC99-B2CF0BE28FC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097" name="Group 63">
            <a:extLst>
              <a:ext uri="{FF2B5EF4-FFF2-40B4-BE49-F238E27FC236}">
                <a16:creationId xmlns:a16="http://schemas.microsoft.com/office/drawing/2014/main" id="{2AE4DD2A-66BA-0FFD-7303-681C5C97D797}"/>
              </a:ext>
            </a:extLst>
          </p:cNvPr>
          <p:cNvGrpSpPr>
            <a:grpSpLocks/>
          </p:cNvGrpSpPr>
          <p:nvPr/>
        </p:nvGrpSpPr>
        <p:grpSpPr bwMode="auto">
          <a:xfrm>
            <a:off x="8001001" y="4114800"/>
            <a:ext cx="900113" cy="609600"/>
            <a:chOff x="4224" y="1824"/>
            <a:chExt cx="567" cy="384"/>
          </a:xfrm>
        </p:grpSpPr>
        <p:graphicFrame>
          <p:nvGraphicFramePr>
            <p:cNvPr id="2069" name="Object 64">
              <a:extLst>
                <a:ext uri="{FF2B5EF4-FFF2-40B4-BE49-F238E27FC236}">
                  <a16:creationId xmlns:a16="http://schemas.microsoft.com/office/drawing/2014/main" id="{18DF14A3-4297-6E58-54AA-F087C9D161C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672808" imgH="444307" progId="Equation.3">
                    <p:embed/>
                  </p:oleObj>
                </mc:Choice>
                <mc:Fallback>
                  <p:oleObj name="Equation" r:id="rId25" imgW="672808" imgH="444307" progId="Equation.3">
                    <p:embed/>
                    <p:pic>
                      <p:nvPicPr>
                        <p:cNvPr id="2069" name="Object 64">
                          <a:extLst>
                            <a:ext uri="{FF2B5EF4-FFF2-40B4-BE49-F238E27FC236}">
                              <a16:creationId xmlns:a16="http://schemas.microsoft.com/office/drawing/2014/main" id="{18DF14A3-4297-6E58-54AA-F087C9D161C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98" name="Line 65">
              <a:extLst>
                <a:ext uri="{FF2B5EF4-FFF2-40B4-BE49-F238E27FC236}">
                  <a16:creationId xmlns:a16="http://schemas.microsoft.com/office/drawing/2014/main" id="{B1D91173-0513-2147-5956-C2DE778D0C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2068" name="Object 68">
            <a:extLst>
              <a:ext uri="{FF2B5EF4-FFF2-40B4-BE49-F238E27FC236}">
                <a16:creationId xmlns:a16="http://schemas.microsoft.com/office/drawing/2014/main" id="{01BC6100-E8BD-3ECD-723D-F32B5E66D2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419100" imgH="469900" progId="Equation.3">
                  <p:embed/>
                </p:oleObj>
              </mc:Choice>
              <mc:Fallback>
                <p:oleObj name="Equation" r:id="rId26" imgW="419100" imgH="469900" progId="Equation.3">
                  <p:embed/>
                  <p:pic>
                    <p:nvPicPr>
                      <p:cNvPr id="2068" name="Object 68">
                        <a:extLst>
                          <a:ext uri="{FF2B5EF4-FFF2-40B4-BE49-F238E27FC236}">
                            <a16:creationId xmlns:a16="http://schemas.microsoft.com/office/drawing/2014/main" id="{01BC6100-E8BD-3ECD-723D-F32B5E66D2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4" name="Rectangle 2">
            <a:extLst>
              <a:ext uri="{FF2B5EF4-FFF2-40B4-BE49-F238E27FC236}">
                <a16:creationId xmlns:a16="http://schemas.microsoft.com/office/drawing/2014/main" id="{8C252D9D-ADE8-704C-3E0C-3D6DEAEB63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0" y="0"/>
            <a:ext cx="88392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/>
              <a:t>Reading the Input</a:t>
            </a:r>
          </a:p>
        </p:txBody>
      </p:sp>
      <p:sp>
        <p:nvSpPr>
          <p:cNvPr id="3095" name="Rectangle 3">
            <a:extLst>
              <a:ext uri="{FF2B5EF4-FFF2-40B4-BE49-F238E27FC236}">
                <a16:creationId xmlns:a16="http://schemas.microsoft.com/office/drawing/2014/main" id="{7A91A8A6-B416-5E7D-E285-BD241E975B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 </a:t>
            </a:r>
          </a:p>
        </p:txBody>
      </p:sp>
      <p:sp>
        <p:nvSpPr>
          <p:cNvPr id="3096" name="Oval 4">
            <a:extLst>
              <a:ext uri="{FF2B5EF4-FFF2-40B4-BE49-F238E27FC236}">
                <a16:creationId xmlns:a16="http://schemas.microsoft.com/office/drawing/2014/main" id="{C54408C7-00D3-C309-F87C-810EE7383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097" name="Oval 5">
            <a:extLst>
              <a:ext uri="{FF2B5EF4-FFF2-40B4-BE49-F238E27FC236}">
                <a16:creationId xmlns:a16="http://schemas.microsoft.com/office/drawing/2014/main" id="{5707235E-DE9F-6632-EE18-28186574B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098" name="Oval 6">
            <a:extLst>
              <a:ext uri="{FF2B5EF4-FFF2-40B4-BE49-F238E27FC236}">
                <a16:creationId xmlns:a16="http://schemas.microsoft.com/office/drawing/2014/main" id="{F03D927D-905B-95B6-E0AD-8DB25ED86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099" name="Oval 7">
            <a:extLst>
              <a:ext uri="{FF2B5EF4-FFF2-40B4-BE49-F238E27FC236}">
                <a16:creationId xmlns:a16="http://schemas.microsoft.com/office/drawing/2014/main" id="{8D79DB5C-3E55-E57A-F36D-5AC463FFA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100" name="Oval 8">
            <a:extLst>
              <a:ext uri="{FF2B5EF4-FFF2-40B4-BE49-F238E27FC236}">
                <a16:creationId xmlns:a16="http://schemas.microsoft.com/office/drawing/2014/main" id="{3364B2C3-13D2-D545-4D6E-F01BA23A9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101" name="Line 9">
            <a:extLst>
              <a:ext uri="{FF2B5EF4-FFF2-40B4-BE49-F238E27FC236}">
                <a16:creationId xmlns:a16="http://schemas.microsoft.com/office/drawing/2014/main" id="{BD4734E4-5426-C7B3-DFF0-4F01C48158C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02" name="Line 10">
            <a:extLst>
              <a:ext uri="{FF2B5EF4-FFF2-40B4-BE49-F238E27FC236}">
                <a16:creationId xmlns:a16="http://schemas.microsoft.com/office/drawing/2014/main" id="{50080D5F-90C0-1BE1-E0E5-DBC1F72DE5E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03" name="Line 11">
            <a:extLst>
              <a:ext uri="{FF2B5EF4-FFF2-40B4-BE49-F238E27FC236}">
                <a16:creationId xmlns:a16="http://schemas.microsoft.com/office/drawing/2014/main" id="{FDA6FF1D-6685-9698-4768-926F5A51C2A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04" name="Line 12">
            <a:extLst>
              <a:ext uri="{FF2B5EF4-FFF2-40B4-BE49-F238E27FC236}">
                <a16:creationId xmlns:a16="http://schemas.microsoft.com/office/drawing/2014/main" id="{5E7EA418-4D9C-4126-92C0-973B2097BABD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074" name="Object 13">
            <a:extLst>
              <a:ext uri="{FF2B5EF4-FFF2-40B4-BE49-F238E27FC236}">
                <a16:creationId xmlns:a16="http://schemas.microsoft.com/office/drawing/2014/main" id="{7B5C3490-B8F0-D1D4-2BE7-3D04FE14B7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3074" name="Object 13">
                        <a:extLst>
                          <a:ext uri="{FF2B5EF4-FFF2-40B4-BE49-F238E27FC236}">
                            <a16:creationId xmlns:a16="http://schemas.microsoft.com/office/drawing/2014/main" id="{7B5C3490-B8F0-D1D4-2BE7-3D04FE14B7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5" name="Oval 14">
            <a:extLst>
              <a:ext uri="{FF2B5EF4-FFF2-40B4-BE49-F238E27FC236}">
                <a16:creationId xmlns:a16="http://schemas.microsoft.com/office/drawing/2014/main" id="{A49DDE29-F6E6-425C-3D33-0E8FB7D40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876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075" name="Object 15">
            <a:extLst>
              <a:ext uri="{FF2B5EF4-FFF2-40B4-BE49-F238E27FC236}">
                <a16:creationId xmlns:a16="http://schemas.microsoft.com/office/drawing/2014/main" id="{12210B73-1A72-6A53-C547-FA285359EB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81501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3075" name="Object 15">
                        <a:extLst>
                          <a:ext uri="{FF2B5EF4-FFF2-40B4-BE49-F238E27FC236}">
                            <a16:creationId xmlns:a16="http://schemas.microsoft.com/office/drawing/2014/main" id="{12210B73-1A72-6A53-C547-FA285359EB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1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16">
            <a:extLst>
              <a:ext uri="{FF2B5EF4-FFF2-40B4-BE49-F238E27FC236}">
                <a16:creationId xmlns:a16="http://schemas.microsoft.com/office/drawing/2014/main" id="{5E3A3CC1-0ED9-B4E0-C9C1-BC1BB1D385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3076" name="Object 16">
                        <a:extLst>
                          <a:ext uri="{FF2B5EF4-FFF2-40B4-BE49-F238E27FC236}">
                            <a16:creationId xmlns:a16="http://schemas.microsoft.com/office/drawing/2014/main" id="{5E3A3CC1-0ED9-B4E0-C9C1-BC1BB1D385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7" name="Object 17">
            <a:extLst>
              <a:ext uri="{FF2B5EF4-FFF2-40B4-BE49-F238E27FC236}">
                <a16:creationId xmlns:a16="http://schemas.microsoft.com/office/drawing/2014/main" id="{574A7F40-B6F5-6B01-0EF9-A268EC685B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69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3077" name="Object 17">
                        <a:extLst>
                          <a:ext uri="{FF2B5EF4-FFF2-40B4-BE49-F238E27FC236}">
                            <a16:creationId xmlns:a16="http://schemas.microsoft.com/office/drawing/2014/main" id="{574A7F40-B6F5-6B01-0EF9-A268EC685B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8" name="Object 18">
            <a:extLst>
              <a:ext uri="{FF2B5EF4-FFF2-40B4-BE49-F238E27FC236}">
                <a16:creationId xmlns:a16="http://schemas.microsoft.com/office/drawing/2014/main" id="{7371CC93-073C-1AD0-4C6B-9505D85A32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05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100" imgH="469900" progId="Equation.3">
                  <p:embed/>
                </p:oleObj>
              </mc:Choice>
              <mc:Fallback>
                <p:oleObj name="Equation" r:id="rId10" imgW="419100" imgH="469900" progId="Equation.3">
                  <p:embed/>
                  <p:pic>
                    <p:nvPicPr>
                      <p:cNvPr id="3078" name="Object 18">
                        <a:extLst>
                          <a:ext uri="{FF2B5EF4-FFF2-40B4-BE49-F238E27FC236}">
                            <a16:creationId xmlns:a16="http://schemas.microsoft.com/office/drawing/2014/main" id="{7371CC93-073C-1AD0-4C6B-9505D85A32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6" name="Line 19">
            <a:extLst>
              <a:ext uri="{FF2B5EF4-FFF2-40B4-BE49-F238E27FC236}">
                <a16:creationId xmlns:a16="http://schemas.microsoft.com/office/drawing/2014/main" id="{3FCB5CBC-0299-A3D8-8035-ED484B88A13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51816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079" name="Object 20">
            <a:extLst>
              <a:ext uri="{FF2B5EF4-FFF2-40B4-BE49-F238E27FC236}">
                <a16:creationId xmlns:a16="http://schemas.microsoft.com/office/drawing/2014/main" id="{C7235D29-0092-6693-312D-3DD2183297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3079" name="Object 20">
                        <a:extLst>
                          <a:ext uri="{FF2B5EF4-FFF2-40B4-BE49-F238E27FC236}">
                            <a16:creationId xmlns:a16="http://schemas.microsoft.com/office/drawing/2014/main" id="{C7235D29-0092-6693-312D-3DD2183297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0" name="Object 21">
            <a:extLst>
              <a:ext uri="{FF2B5EF4-FFF2-40B4-BE49-F238E27FC236}">
                <a16:creationId xmlns:a16="http://schemas.microsoft.com/office/drawing/2014/main" id="{54A2514B-CB83-7BDC-19B6-0B283A32DF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3080" name="Object 21">
                        <a:extLst>
                          <a:ext uri="{FF2B5EF4-FFF2-40B4-BE49-F238E27FC236}">
                            <a16:creationId xmlns:a16="http://schemas.microsoft.com/office/drawing/2014/main" id="{54A2514B-CB83-7BDC-19B6-0B283A32DF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1" name="Object 22">
            <a:extLst>
              <a:ext uri="{FF2B5EF4-FFF2-40B4-BE49-F238E27FC236}">
                <a16:creationId xmlns:a16="http://schemas.microsoft.com/office/drawing/2014/main" id="{3699EF8B-0062-D11B-4944-B27F2B2B12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3081" name="Object 22">
                        <a:extLst>
                          <a:ext uri="{FF2B5EF4-FFF2-40B4-BE49-F238E27FC236}">
                            <a16:creationId xmlns:a16="http://schemas.microsoft.com/office/drawing/2014/main" id="{3699EF8B-0062-D11B-4944-B27F2B2B12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2" name="Object 23">
            <a:extLst>
              <a:ext uri="{FF2B5EF4-FFF2-40B4-BE49-F238E27FC236}">
                <a16:creationId xmlns:a16="http://schemas.microsoft.com/office/drawing/2014/main" id="{893505E8-4130-7DB1-5074-9710BADF07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3082" name="Object 23">
                        <a:extLst>
                          <a:ext uri="{FF2B5EF4-FFF2-40B4-BE49-F238E27FC236}">
                            <a16:creationId xmlns:a16="http://schemas.microsoft.com/office/drawing/2014/main" id="{893505E8-4130-7DB1-5074-9710BADF07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7" name="Oval 25">
            <a:extLst>
              <a:ext uri="{FF2B5EF4-FFF2-40B4-BE49-F238E27FC236}">
                <a16:creationId xmlns:a16="http://schemas.microsoft.com/office/drawing/2014/main" id="{B5418E09-AB36-652F-4EDB-CB1DAA4C5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083" name="Object 26">
            <a:extLst>
              <a:ext uri="{FF2B5EF4-FFF2-40B4-BE49-F238E27FC236}">
                <a16:creationId xmlns:a16="http://schemas.microsoft.com/office/drawing/2014/main" id="{232B7D11-11C4-F72C-AD47-A66A44CA3E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08901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06224" imgH="469696" progId="Equation.3">
                  <p:embed/>
                </p:oleObj>
              </mc:Choice>
              <mc:Fallback>
                <p:oleObj name="Equation" r:id="rId17" imgW="406224" imgH="469696" progId="Equation.3">
                  <p:embed/>
                  <p:pic>
                    <p:nvPicPr>
                      <p:cNvPr id="3083" name="Object 26">
                        <a:extLst>
                          <a:ext uri="{FF2B5EF4-FFF2-40B4-BE49-F238E27FC236}">
                            <a16:creationId xmlns:a16="http://schemas.microsoft.com/office/drawing/2014/main" id="{232B7D11-11C4-F72C-AD47-A66A44CA3E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1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4" name="Object 27">
            <a:extLst>
              <a:ext uri="{FF2B5EF4-FFF2-40B4-BE49-F238E27FC236}">
                <a16:creationId xmlns:a16="http://schemas.microsoft.com/office/drawing/2014/main" id="{76192D8A-1BDA-C49C-60AE-BA693E8D26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1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3084" name="Object 27">
                        <a:extLst>
                          <a:ext uri="{FF2B5EF4-FFF2-40B4-BE49-F238E27FC236}">
                            <a16:creationId xmlns:a16="http://schemas.microsoft.com/office/drawing/2014/main" id="{76192D8A-1BDA-C49C-60AE-BA693E8D26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5" name="Object 28">
            <a:extLst>
              <a:ext uri="{FF2B5EF4-FFF2-40B4-BE49-F238E27FC236}">
                <a16:creationId xmlns:a16="http://schemas.microsoft.com/office/drawing/2014/main" id="{5AE79FB3-64A7-0F56-C159-E91CEBE343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6584" imgH="279279" progId="Equation.3">
                  <p:embed/>
                </p:oleObj>
              </mc:Choice>
              <mc:Fallback>
                <p:oleObj name="Equation" r:id="rId20" imgW="266584" imgH="279279" progId="Equation.3">
                  <p:embed/>
                  <p:pic>
                    <p:nvPicPr>
                      <p:cNvPr id="3085" name="Object 28">
                        <a:extLst>
                          <a:ext uri="{FF2B5EF4-FFF2-40B4-BE49-F238E27FC236}">
                            <a16:creationId xmlns:a16="http://schemas.microsoft.com/office/drawing/2014/main" id="{5AE79FB3-64A7-0F56-C159-E91CEBE343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6" name="Object 29">
            <a:extLst>
              <a:ext uri="{FF2B5EF4-FFF2-40B4-BE49-F238E27FC236}">
                <a16:creationId xmlns:a16="http://schemas.microsoft.com/office/drawing/2014/main" id="{2DBF0DA7-342B-CEBE-E655-CF8C164D8B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79279" imgH="380835" progId="Equation.3">
                  <p:embed/>
                </p:oleObj>
              </mc:Choice>
              <mc:Fallback>
                <p:oleObj name="Equation" r:id="rId21" imgW="279279" imgH="380835" progId="Equation.3">
                  <p:embed/>
                  <p:pic>
                    <p:nvPicPr>
                      <p:cNvPr id="3086" name="Object 29">
                        <a:extLst>
                          <a:ext uri="{FF2B5EF4-FFF2-40B4-BE49-F238E27FC236}">
                            <a16:creationId xmlns:a16="http://schemas.microsoft.com/office/drawing/2014/main" id="{2DBF0DA7-342B-CEBE-E655-CF8C164D8B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7" name="Object 30">
            <a:extLst>
              <a:ext uri="{FF2B5EF4-FFF2-40B4-BE49-F238E27FC236}">
                <a16:creationId xmlns:a16="http://schemas.microsoft.com/office/drawing/2014/main" id="{3D270BBD-1DBF-F97A-CE6B-240E7F014E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79279" imgH="380835" progId="Equation.3">
                  <p:embed/>
                </p:oleObj>
              </mc:Choice>
              <mc:Fallback>
                <p:oleObj name="Equation" r:id="rId21" imgW="279279" imgH="380835" progId="Equation.3">
                  <p:embed/>
                  <p:pic>
                    <p:nvPicPr>
                      <p:cNvPr id="3087" name="Object 30">
                        <a:extLst>
                          <a:ext uri="{FF2B5EF4-FFF2-40B4-BE49-F238E27FC236}">
                            <a16:creationId xmlns:a16="http://schemas.microsoft.com/office/drawing/2014/main" id="{3D270BBD-1DBF-F97A-CE6B-240E7F014E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8" name="Freeform 31">
            <a:extLst>
              <a:ext uri="{FF2B5EF4-FFF2-40B4-BE49-F238E27FC236}">
                <a16:creationId xmlns:a16="http://schemas.microsoft.com/office/drawing/2014/main" id="{F0951499-B9ED-7912-0A7B-7ECFDCD1CA30}"/>
              </a:ext>
            </a:extLst>
          </p:cNvPr>
          <p:cNvSpPr>
            <a:spLocks/>
          </p:cNvSpPr>
          <p:nvPr/>
        </p:nvSpPr>
        <p:spPr bwMode="auto">
          <a:xfrm>
            <a:off x="7467600" y="2819400"/>
            <a:ext cx="660400" cy="850900"/>
          </a:xfrm>
          <a:custGeom>
            <a:avLst/>
            <a:gdLst>
              <a:gd name="T0" fmla="*/ 383063737 w 416"/>
              <a:gd name="T1" fmla="*/ 1350803532 h 536"/>
              <a:gd name="T2" fmla="*/ 20161250 w 416"/>
              <a:gd name="T3" fmla="*/ 504031219 h 536"/>
              <a:gd name="T4" fmla="*/ 504031301 w 416"/>
              <a:gd name="T5" fmla="*/ 20161247 h 536"/>
              <a:gd name="T6" fmla="*/ 987901357 w 416"/>
              <a:gd name="T7" fmla="*/ 383063675 h 536"/>
              <a:gd name="T8" fmla="*/ 866933892 w 416"/>
              <a:gd name="T9" fmla="*/ 1229836087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088" name="Object 32">
            <a:extLst>
              <a:ext uri="{FF2B5EF4-FFF2-40B4-BE49-F238E27FC236}">
                <a16:creationId xmlns:a16="http://schemas.microsoft.com/office/drawing/2014/main" id="{A9E3654E-0429-0328-DACE-4EF695DFA6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80301" y="23749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72808" imgH="444307" progId="Equation.3">
                  <p:embed/>
                </p:oleObj>
              </mc:Choice>
              <mc:Fallback>
                <p:oleObj name="Equation" r:id="rId22" imgW="672808" imgH="444307" progId="Equation.3">
                  <p:embed/>
                  <p:pic>
                    <p:nvPicPr>
                      <p:cNvPr id="3088" name="Object 32">
                        <a:extLst>
                          <a:ext uri="{FF2B5EF4-FFF2-40B4-BE49-F238E27FC236}">
                            <a16:creationId xmlns:a16="http://schemas.microsoft.com/office/drawing/2014/main" id="{A9E3654E-0429-0328-DACE-4EF695DFA6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1" y="23749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9" name="Line 33">
            <a:extLst>
              <a:ext uri="{FF2B5EF4-FFF2-40B4-BE49-F238E27FC236}">
                <a16:creationId xmlns:a16="http://schemas.microsoft.com/office/drawing/2014/main" id="{3486AECF-CDC3-AF04-0A77-0BA8F2A87B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39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0" name="Freeform 34">
            <a:extLst>
              <a:ext uri="{FF2B5EF4-FFF2-40B4-BE49-F238E27FC236}">
                <a16:creationId xmlns:a16="http://schemas.microsoft.com/office/drawing/2014/main" id="{E1DBEB5F-AA04-5FFE-6312-95D7E0B4624F}"/>
              </a:ext>
            </a:extLst>
          </p:cNvPr>
          <p:cNvSpPr>
            <a:spLocks/>
          </p:cNvSpPr>
          <p:nvPr/>
        </p:nvSpPr>
        <p:spPr bwMode="auto">
          <a:xfrm>
            <a:off x="5943600" y="3962400"/>
            <a:ext cx="1752600" cy="990600"/>
          </a:xfrm>
          <a:custGeom>
            <a:avLst/>
            <a:gdLst>
              <a:gd name="T0" fmla="*/ 0 w 1104"/>
              <a:gd name="T1" fmla="*/ 1572577282 h 624"/>
              <a:gd name="T2" fmla="*/ 1088707415 w 1104"/>
              <a:gd name="T3" fmla="*/ 483870009 h 624"/>
              <a:gd name="T4" fmla="*/ 2147483647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111" name="Freeform 35">
            <a:extLst>
              <a:ext uri="{FF2B5EF4-FFF2-40B4-BE49-F238E27FC236}">
                <a16:creationId xmlns:a16="http://schemas.microsoft.com/office/drawing/2014/main" id="{FC24C393-740D-EF30-1D44-6ADACE8C7A37}"/>
              </a:ext>
            </a:extLst>
          </p:cNvPr>
          <p:cNvSpPr>
            <a:spLocks/>
          </p:cNvSpPr>
          <p:nvPr/>
        </p:nvSpPr>
        <p:spPr bwMode="auto">
          <a:xfrm>
            <a:off x="4648200" y="3771900"/>
            <a:ext cx="2971800" cy="1181100"/>
          </a:xfrm>
          <a:custGeom>
            <a:avLst/>
            <a:gdLst>
              <a:gd name="T0" fmla="*/ 0 w 1872"/>
              <a:gd name="T1" fmla="*/ 1874996428 h 744"/>
              <a:gd name="T2" fmla="*/ 1814512820 w 1872"/>
              <a:gd name="T3" fmla="*/ 302418750 h 744"/>
              <a:gd name="T4" fmla="*/ 2147483647 w 1872"/>
              <a:gd name="T5" fmla="*/ 60483755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112" name="Freeform 36">
            <a:extLst>
              <a:ext uri="{FF2B5EF4-FFF2-40B4-BE49-F238E27FC236}">
                <a16:creationId xmlns:a16="http://schemas.microsoft.com/office/drawing/2014/main" id="{D9D29AF9-8DA9-4B3C-C004-86106FFB52C2}"/>
              </a:ext>
            </a:extLst>
          </p:cNvPr>
          <p:cNvSpPr>
            <a:spLocks/>
          </p:cNvSpPr>
          <p:nvPr/>
        </p:nvSpPr>
        <p:spPr bwMode="auto">
          <a:xfrm>
            <a:off x="3352800" y="3149600"/>
            <a:ext cx="4343400" cy="1803400"/>
          </a:xfrm>
          <a:custGeom>
            <a:avLst/>
            <a:gdLst>
              <a:gd name="T0" fmla="*/ 0 w 2736"/>
              <a:gd name="T1" fmla="*/ 2147483647 h 1136"/>
              <a:gd name="T2" fmla="*/ 1814512646 w 2736"/>
              <a:gd name="T3" fmla="*/ 322579961 h 1136"/>
              <a:gd name="T4" fmla="*/ 2147483647 w 2736"/>
              <a:gd name="T5" fmla="*/ 927417498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113" name="Rectangle 38">
            <a:extLst>
              <a:ext uri="{FF2B5EF4-FFF2-40B4-BE49-F238E27FC236}">
                <a16:creationId xmlns:a16="http://schemas.microsoft.com/office/drawing/2014/main" id="{51718ADF-4C94-E474-2866-A6B26E027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114" name="Line 40">
            <a:extLst>
              <a:ext uri="{FF2B5EF4-FFF2-40B4-BE49-F238E27FC236}">
                <a16:creationId xmlns:a16="http://schemas.microsoft.com/office/drawing/2014/main" id="{87568123-9648-9CDE-783E-9CD7C98E5DD8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5" name="Line 41">
            <a:extLst>
              <a:ext uri="{FF2B5EF4-FFF2-40B4-BE49-F238E27FC236}">
                <a16:creationId xmlns:a16="http://schemas.microsoft.com/office/drawing/2014/main" id="{A341F48B-ACF6-466B-2E37-F3D2692E9DA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6" name="Line 42">
            <a:extLst>
              <a:ext uri="{FF2B5EF4-FFF2-40B4-BE49-F238E27FC236}">
                <a16:creationId xmlns:a16="http://schemas.microsoft.com/office/drawing/2014/main" id="{46C7251E-CC00-1CC2-0069-B07759599DA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7" name="Line 43">
            <a:extLst>
              <a:ext uri="{FF2B5EF4-FFF2-40B4-BE49-F238E27FC236}">
                <a16:creationId xmlns:a16="http://schemas.microsoft.com/office/drawing/2014/main" id="{844D2377-9557-4559-010E-49B5FF17FC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089" name="Object 44">
            <a:extLst>
              <a:ext uri="{FF2B5EF4-FFF2-40B4-BE49-F238E27FC236}">
                <a16:creationId xmlns:a16="http://schemas.microsoft.com/office/drawing/2014/main" id="{CAC9AC7D-B718-3C13-6487-51CB6CA1E9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66584" imgH="279279" progId="Equation.3">
                  <p:embed/>
                </p:oleObj>
              </mc:Choice>
              <mc:Fallback>
                <p:oleObj name="Equation" r:id="rId24" imgW="266584" imgH="279279" progId="Equation.3">
                  <p:embed/>
                  <p:pic>
                    <p:nvPicPr>
                      <p:cNvPr id="3089" name="Object 44">
                        <a:extLst>
                          <a:ext uri="{FF2B5EF4-FFF2-40B4-BE49-F238E27FC236}">
                            <a16:creationId xmlns:a16="http://schemas.microsoft.com/office/drawing/2014/main" id="{CAC9AC7D-B718-3C13-6487-51CB6CA1E9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0" name="Object 45">
            <a:extLst>
              <a:ext uri="{FF2B5EF4-FFF2-40B4-BE49-F238E27FC236}">
                <a16:creationId xmlns:a16="http://schemas.microsoft.com/office/drawing/2014/main" id="{EC1A51FF-257A-4877-74B3-36E7315B06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79279" imgH="380835" progId="Equation.3">
                  <p:embed/>
                </p:oleObj>
              </mc:Choice>
              <mc:Fallback>
                <p:oleObj name="Equation" r:id="rId25" imgW="279279" imgH="380835" progId="Equation.3">
                  <p:embed/>
                  <p:pic>
                    <p:nvPicPr>
                      <p:cNvPr id="3090" name="Object 45">
                        <a:extLst>
                          <a:ext uri="{FF2B5EF4-FFF2-40B4-BE49-F238E27FC236}">
                            <a16:creationId xmlns:a16="http://schemas.microsoft.com/office/drawing/2014/main" id="{EC1A51FF-257A-4877-74B3-36E7315B06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1" name="Object 46">
            <a:extLst>
              <a:ext uri="{FF2B5EF4-FFF2-40B4-BE49-F238E27FC236}">
                <a16:creationId xmlns:a16="http://schemas.microsoft.com/office/drawing/2014/main" id="{137F1B9B-CED8-D321-B9B6-C0E1104200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79279" imgH="380835" progId="Equation.3">
                  <p:embed/>
                </p:oleObj>
              </mc:Choice>
              <mc:Fallback>
                <p:oleObj name="Equation" r:id="rId25" imgW="279279" imgH="380835" progId="Equation.3">
                  <p:embed/>
                  <p:pic>
                    <p:nvPicPr>
                      <p:cNvPr id="3091" name="Object 46">
                        <a:extLst>
                          <a:ext uri="{FF2B5EF4-FFF2-40B4-BE49-F238E27FC236}">
                            <a16:creationId xmlns:a16="http://schemas.microsoft.com/office/drawing/2014/main" id="{137F1B9B-CED8-D321-B9B6-C0E1104200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2" name="Object 47">
            <a:extLst>
              <a:ext uri="{FF2B5EF4-FFF2-40B4-BE49-F238E27FC236}">
                <a16:creationId xmlns:a16="http://schemas.microsoft.com/office/drawing/2014/main" id="{94BF4C08-95FB-4D2F-FBB7-81ED54EDCC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66584" imgH="279279" progId="Equation.3">
                  <p:embed/>
                </p:oleObj>
              </mc:Choice>
              <mc:Fallback>
                <p:oleObj name="Equation" r:id="rId24" imgW="266584" imgH="279279" progId="Equation.3">
                  <p:embed/>
                  <p:pic>
                    <p:nvPicPr>
                      <p:cNvPr id="3092" name="Object 47">
                        <a:extLst>
                          <a:ext uri="{FF2B5EF4-FFF2-40B4-BE49-F238E27FC236}">
                            <a16:creationId xmlns:a16="http://schemas.microsoft.com/office/drawing/2014/main" id="{94BF4C08-95FB-4D2F-FBB7-81ED54EDCC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8" name="Line 48">
            <a:extLst>
              <a:ext uri="{FF2B5EF4-FFF2-40B4-BE49-F238E27FC236}">
                <a16:creationId xmlns:a16="http://schemas.microsoft.com/office/drawing/2014/main" id="{3D9123E3-3A50-DE57-F3A1-8F5D99F88AFC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9" name="Line 51">
            <a:extLst>
              <a:ext uri="{FF2B5EF4-FFF2-40B4-BE49-F238E27FC236}">
                <a16:creationId xmlns:a16="http://schemas.microsoft.com/office/drawing/2014/main" id="{1B1EC6F0-F3D5-584F-FF82-34918245B1A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120" name="Group 55">
            <a:extLst>
              <a:ext uri="{FF2B5EF4-FFF2-40B4-BE49-F238E27FC236}">
                <a16:creationId xmlns:a16="http://schemas.microsoft.com/office/drawing/2014/main" id="{A00D4D4A-DDAF-8D2B-36CE-D3679472AE5E}"/>
              </a:ext>
            </a:extLst>
          </p:cNvPr>
          <p:cNvGrpSpPr>
            <a:grpSpLocks/>
          </p:cNvGrpSpPr>
          <p:nvPr/>
        </p:nvGrpSpPr>
        <p:grpSpPr bwMode="auto">
          <a:xfrm>
            <a:off x="8077201" y="4114800"/>
            <a:ext cx="900113" cy="609600"/>
            <a:chOff x="4224" y="1824"/>
            <a:chExt cx="567" cy="384"/>
          </a:xfrm>
        </p:grpSpPr>
        <p:graphicFrame>
          <p:nvGraphicFramePr>
            <p:cNvPr id="3093" name="Object 56">
              <a:extLst>
                <a:ext uri="{FF2B5EF4-FFF2-40B4-BE49-F238E27FC236}">
                  <a16:creationId xmlns:a16="http://schemas.microsoft.com/office/drawing/2014/main" id="{A88A4C29-2744-5CB0-C9EF-47C1FA771B7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672808" imgH="444307" progId="Equation.3">
                    <p:embed/>
                  </p:oleObj>
                </mc:Choice>
                <mc:Fallback>
                  <p:oleObj name="Equation" r:id="rId26" imgW="672808" imgH="444307" progId="Equation.3">
                    <p:embed/>
                    <p:pic>
                      <p:nvPicPr>
                        <p:cNvPr id="3093" name="Object 56">
                          <a:extLst>
                            <a:ext uri="{FF2B5EF4-FFF2-40B4-BE49-F238E27FC236}">
                              <a16:creationId xmlns:a16="http://schemas.microsoft.com/office/drawing/2014/main" id="{A88A4C29-2744-5CB0-C9EF-47C1FA771B7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21" name="Line 57">
              <a:extLst>
                <a:ext uri="{FF2B5EF4-FFF2-40B4-BE49-F238E27FC236}">
                  <a16:creationId xmlns:a16="http://schemas.microsoft.com/office/drawing/2014/main" id="{E003B06C-3387-21F6-64B5-FC3ABB77CC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8" name="Rectangle 2">
            <a:extLst>
              <a:ext uri="{FF2B5EF4-FFF2-40B4-BE49-F238E27FC236}">
                <a16:creationId xmlns:a16="http://schemas.microsoft.com/office/drawing/2014/main" id="{51552E7F-2300-9532-C3EF-5182A96EFE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119" name="Rectangle 3">
            <a:extLst>
              <a:ext uri="{FF2B5EF4-FFF2-40B4-BE49-F238E27FC236}">
                <a16:creationId xmlns:a16="http://schemas.microsoft.com/office/drawing/2014/main" id="{2E98C419-59BF-5E3C-8A98-C14F11C296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 </a:t>
            </a:r>
          </a:p>
        </p:txBody>
      </p:sp>
      <p:sp>
        <p:nvSpPr>
          <p:cNvPr id="4120" name="Oval 4">
            <a:extLst>
              <a:ext uri="{FF2B5EF4-FFF2-40B4-BE49-F238E27FC236}">
                <a16:creationId xmlns:a16="http://schemas.microsoft.com/office/drawing/2014/main" id="{4B0CB3A6-7887-16FB-2ABA-2C7C477E0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121" name="Oval 5">
            <a:extLst>
              <a:ext uri="{FF2B5EF4-FFF2-40B4-BE49-F238E27FC236}">
                <a16:creationId xmlns:a16="http://schemas.microsoft.com/office/drawing/2014/main" id="{9AB6EDBD-0D6D-BF67-9DE8-89FE655A0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876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122" name="Oval 6">
            <a:extLst>
              <a:ext uri="{FF2B5EF4-FFF2-40B4-BE49-F238E27FC236}">
                <a16:creationId xmlns:a16="http://schemas.microsoft.com/office/drawing/2014/main" id="{7980099F-A3E7-6329-D2EB-5FB62ED50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123" name="Oval 7">
            <a:extLst>
              <a:ext uri="{FF2B5EF4-FFF2-40B4-BE49-F238E27FC236}">
                <a16:creationId xmlns:a16="http://schemas.microsoft.com/office/drawing/2014/main" id="{A424765F-AE80-51C6-A26C-EC4668664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124" name="Oval 8">
            <a:extLst>
              <a:ext uri="{FF2B5EF4-FFF2-40B4-BE49-F238E27FC236}">
                <a16:creationId xmlns:a16="http://schemas.microsoft.com/office/drawing/2014/main" id="{8373A43F-A3E1-049C-B2F6-68CB6A485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125" name="Line 9">
            <a:extLst>
              <a:ext uri="{FF2B5EF4-FFF2-40B4-BE49-F238E27FC236}">
                <a16:creationId xmlns:a16="http://schemas.microsoft.com/office/drawing/2014/main" id="{27C64FC2-BAC5-0313-9FD6-AA2B8783B70C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6" name="Line 10">
            <a:extLst>
              <a:ext uri="{FF2B5EF4-FFF2-40B4-BE49-F238E27FC236}">
                <a16:creationId xmlns:a16="http://schemas.microsoft.com/office/drawing/2014/main" id="{2406DA80-7662-CA01-F583-D4D69292EA8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51816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7" name="Line 11">
            <a:extLst>
              <a:ext uri="{FF2B5EF4-FFF2-40B4-BE49-F238E27FC236}">
                <a16:creationId xmlns:a16="http://schemas.microsoft.com/office/drawing/2014/main" id="{CB46F678-6692-23D4-EF23-94B4ADEDAAB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8" name="Line 12">
            <a:extLst>
              <a:ext uri="{FF2B5EF4-FFF2-40B4-BE49-F238E27FC236}">
                <a16:creationId xmlns:a16="http://schemas.microsoft.com/office/drawing/2014/main" id="{FAC9FA91-A604-5672-4C92-C9261D89946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8" name="Object 13">
            <a:extLst>
              <a:ext uri="{FF2B5EF4-FFF2-40B4-BE49-F238E27FC236}">
                <a16:creationId xmlns:a16="http://schemas.microsoft.com/office/drawing/2014/main" id="{12A501C4-689D-9E30-86E0-95480D05DE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4098" name="Object 13">
                        <a:extLst>
                          <a:ext uri="{FF2B5EF4-FFF2-40B4-BE49-F238E27FC236}">
                            <a16:creationId xmlns:a16="http://schemas.microsoft.com/office/drawing/2014/main" id="{12A501C4-689D-9E30-86E0-95480D05DE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9" name="Oval 14">
            <a:extLst>
              <a:ext uri="{FF2B5EF4-FFF2-40B4-BE49-F238E27FC236}">
                <a16:creationId xmlns:a16="http://schemas.microsoft.com/office/drawing/2014/main" id="{7970432C-4ADE-165B-EAA8-482390662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4099" name="Object 15">
            <a:extLst>
              <a:ext uri="{FF2B5EF4-FFF2-40B4-BE49-F238E27FC236}">
                <a16:creationId xmlns:a16="http://schemas.microsoft.com/office/drawing/2014/main" id="{A86CA234-06FA-B860-DC53-232E5F1FA2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81501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4099" name="Object 15">
                        <a:extLst>
                          <a:ext uri="{FF2B5EF4-FFF2-40B4-BE49-F238E27FC236}">
                            <a16:creationId xmlns:a16="http://schemas.microsoft.com/office/drawing/2014/main" id="{A86CA234-06FA-B860-DC53-232E5F1FA2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1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16">
            <a:extLst>
              <a:ext uri="{FF2B5EF4-FFF2-40B4-BE49-F238E27FC236}">
                <a16:creationId xmlns:a16="http://schemas.microsoft.com/office/drawing/2014/main" id="{99692D4F-5122-A309-0066-D1B572A0F6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4100" name="Object 16">
                        <a:extLst>
                          <a:ext uri="{FF2B5EF4-FFF2-40B4-BE49-F238E27FC236}">
                            <a16:creationId xmlns:a16="http://schemas.microsoft.com/office/drawing/2014/main" id="{99692D4F-5122-A309-0066-D1B572A0F6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17">
            <a:extLst>
              <a:ext uri="{FF2B5EF4-FFF2-40B4-BE49-F238E27FC236}">
                <a16:creationId xmlns:a16="http://schemas.microsoft.com/office/drawing/2014/main" id="{5F7858CF-F1EE-4C31-DA3D-DFD59169A8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69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4101" name="Object 17">
                        <a:extLst>
                          <a:ext uri="{FF2B5EF4-FFF2-40B4-BE49-F238E27FC236}">
                            <a16:creationId xmlns:a16="http://schemas.microsoft.com/office/drawing/2014/main" id="{5F7858CF-F1EE-4C31-DA3D-DFD59169A8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" name="Object 18">
            <a:extLst>
              <a:ext uri="{FF2B5EF4-FFF2-40B4-BE49-F238E27FC236}">
                <a16:creationId xmlns:a16="http://schemas.microsoft.com/office/drawing/2014/main" id="{B774339A-B5E6-B7DE-3BEE-BA8FCA937C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05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100" imgH="469900" progId="Equation.3">
                  <p:embed/>
                </p:oleObj>
              </mc:Choice>
              <mc:Fallback>
                <p:oleObj name="Equation" r:id="rId10" imgW="419100" imgH="469900" progId="Equation.3">
                  <p:embed/>
                  <p:pic>
                    <p:nvPicPr>
                      <p:cNvPr id="4102" name="Object 18">
                        <a:extLst>
                          <a:ext uri="{FF2B5EF4-FFF2-40B4-BE49-F238E27FC236}">
                            <a16:creationId xmlns:a16="http://schemas.microsoft.com/office/drawing/2014/main" id="{B774339A-B5E6-B7DE-3BEE-BA8FCA937C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30" name="Line 19">
            <a:extLst>
              <a:ext uri="{FF2B5EF4-FFF2-40B4-BE49-F238E27FC236}">
                <a16:creationId xmlns:a16="http://schemas.microsoft.com/office/drawing/2014/main" id="{50A98750-0D3C-9032-3E54-90F7F67832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103" name="Object 20">
            <a:extLst>
              <a:ext uri="{FF2B5EF4-FFF2-40B4-BE49-F238E27FC236}">
                <a16:creationId xmlns:a16="http://schemas.microsoft.com/office/drawing/2014/main" id="{BE195DC6-E0F9-D07B-D687-535325584A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4103" name="Object 20">
                        <a:extLst>
                          <a:ext uri="{FF2B5EF4-FFF2-40B4-BE49-F238E27FC236}">
                            <a16:creationId xmlns:a16="http://schemas.microsoft.com/office/drawing/2014/main" id="{BE195DC6-E0F9-D07B-D687-535325584A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4" name="Object 21">
            <a:extLst>
              <a:ext uri="{FF2B5EF4-FFF2-40B4-BE49-F238E27FC236}">
                <a16:creationId xmlns:a16="http://schemas.microsoft.com/office/drawing/2014/main" id="{1A8352DA-5EB5-D955-0650-AF5C5D8053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4104" name="Object 21">
                        <a:extLst>
                          <a:ext uri="{FF2B5EF4-FFF2-40B4-BE49-F238E27FC236}">
                            <a16:creationId xmlns:a16="http://schemas.microsoft.com/office/drawing/2014/main" id="{1A8352DA-5EB5-D955-0650-AF5C5D8053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5" name="Object 22">
            <a:extLst>
              <a:ext uri="{FF2B5EF4-FFF2-40B4-BE49-F238E27FC236}">
                <a16:creationId xmlns:a16="http://schemas.microsoft.com/office/drawing/2014/main" id="{EEB59672-6D7A-B476-F2B3-E0B37ECB4C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4105" name="Object 22">
                        <a:extLst>
                          <a:ext uri="{FF2B5EF4-FFF2-40B4-BE49-F238E27FC236}">
                            <a16:creationId xmlns:a16="http://schemas.microsoft.com/office/drawing/2014/main" id="{EEB59672-6D7A-B476-F2B3-E0B37ECB4C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" name="Object 23">
            <a:extLst>
              <a:ext uri="{FF2B5EF4-FFF2-40B4-BE49-F238E27FC236}">
                <a16:creationId xmlns:a16="http://schemas.microsoft.com/office/drawing/2014/main" id="{7DC2D205-72B5-5795-38F4-F5BAE5D9F3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4106" name="Object 23">
                        <a:extLst>
                          <a:ext uri="{FF2B5EF4-FFF2-40B4-BE49-F238E27FC236}">
                            <a16:creationId xmlns:a16="http://schemas.microsoft.com/office/drawing/2014/main" id="{7DC2D205-72B5-5795-38F4-F5BAE5D9F3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31" name="Oval 25">
            <a:extLst>
              <a:ext uri="{FF2B5EF4-FFF2-40B4-BE49-F238E27FC236}">
                <a16:creationId xmlns:a16="http://schemas.microsoft.com/office/drawing/2014/main" id="{4D0A8BBC-2F56-080A-84AE-DE3918508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4107" name="Object 26">
            <a:extLst>
              <a:ext uri="{FF2B5EF4-FFF2-40B4-BE49-F238E27FC236}">
                <a16:creationId xmlns:a16="http://schemas.microsoft.com/office/drawing/2014/main" id="{1F5761C7-7A81-04F1-0DEB-290D1788E2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08901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06224" imgH="469696" progId="Equation.3">
                  <p:embed/>
                </p:oleObj>
              </mc:Choice>
              <mc:Fallback>
                <p:oleObj name="Equation" r:id="rId17" imgW="406224" imgH="469696" progId="Equation.3">
                  <p:embed/>
                  <p:pic>
                    <p:nvPicPr>
                      <p:cNvPr id="4107" name="Object 26">
                        <a:extLst>
                          <a:ext uri="{FF2B5EF4-FFF2-40B4-BE49-F238E27FC236}">
                            <a16:creationId xmlns:a16="http://schemas.microsoft.com/office/drawing/2014/main" id="{1F5761C7-7A81-04F1-0DEB-290D1788E2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1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8" name="Object 27">
            <a:extLst>
              <a:ext uri="{FF2B5EF4-FFF2-40B4-BE49-F238E27FC236}">
                <a16:creationId xmlns:a16="http://schemas.microsoft.com/office/drawing/2014/main" id="{61344ED6-5ED5-243C-A4C9-503C57E3BC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1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4108" name="Object 27">
                        <a:extLst>
                          <a:ext uri="{FF2B5EF4-FFF2-40B4-BE49-F238E27FC236}">
                            <a16:creationId xmlns:a16="http://schemas.microsoft.com/office/drawing/2014/main" id="{61344ED6-5ED5-243C-A4C9-503C57E3BC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9" name="Object 28">
            <a:extLst>
              <a:ext uri="{FF2B5EF4-FFF2-40B4-BE49-F238E27FC236}">
                <a16:creationId xmlns:a16="http://schemas.microsoft.com/office/drawing/2014/main" id="{F968B915-2A45-83C3-E238-DDA5FB0A7F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4109" name="Object 28">
                        <a:extLst>
                          <a:ext uri="{FF2B5EF4-FFF2-40B4-BE49-F238E27FC236}">
                            <a16:creationId xmlns:a16="http://schemas.microsoft.com/office/drawing/2014/main" id="{F968B915-2A45-83C3-E238-DDA5FB0A7F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0" name="Object 29">
            <a:extLst>
              <a:ext uri="{FF2B5EF4-FFF2-40B4-BE49-F238E27FC236}">
                <a16:creationId xmlns:a16="http://schemas.microsoft.com/office/drawing/2014/main" id="{0129D4BB-A1A8-80FF-9C47-18B5C0E6E7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79279" imgH="380835" progId="Equation.3">
                  <p:embed/>
                </p:oleObj>
              </mc:Choice>
              <mc:Fallback>
                <p:oleObj name="Equation" r:id="rId20" imgW="279279" imgH="380835" progId="Equation.3">
                  <p:embed/>
                  <p:pic>
                    <p:nvPicPr>
                      <p:cNvPr id="4110" name="Object 29">
                        <a:extLst>
                          <a:ext uri="{FF2B5EF4-FFF2-40B4-BE49-F238E27FC236}">
                            <a16:creationId xmlns:a16="http://schemas.microsoft.com/office/drawing/2014/main" id="{0129D4BB-A1A8-80FF-9C47-18B5C0E6E7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1" name="Object 30">
            <a:extLst>
              <a:ext uri="{FF2B5EF4-FFF2-40B4-BE49-F238E27FC236}">
                <a16:creationId xmlns:a16="http://schemas.microsoft.com/office/drawing/2014/main" id="{A9ABD815-5B19-D367-849F-E388444738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79279" imgH="380835" progId="Equation.3">
                  <p:embed/>
                </p:oleObj>
              </mc:Choice>
              <mc:Fallback>
                <p:oleObj name="Equation" r:id="rId21" imgW="279279" imgH="380835" progId="Equation.3">
                  <p:embed/>
                  <p:pic>
                    <p:nvPicPr>
                      <p:cNvPr id="4111" name="Object 30">
                        <a:extLst>
                          <a:ext uri="{FF2B5EF4-FFF2-40B4-BE49-F238E27FC236}">
                            <a16:creationId xmlns:a16="http://schemas.microsoft.com/office/drawing/2014/main" id="{A9ABD815-5B19-D367-849F-E388444738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32" name="Freeform 31">
            <a:extLst>
              <a:ext uri="{FF2B5EF4-FFF2-40B4-BE49-F238E27FC236}">
                <a16:creationId xmlns:a16="http://schemas.microsoft.com/office/drawing/2014/main" id="{64D2A558-F0D6-EC96-AA24-6EDC98EC99D4}"/>
              </a:ext>
            </a:extLst>
          </p:cNvPr>
          <p:cNvSpPr>
            <a:spLocks/>
          </p:cNvSpPr>
          <p:nvPr/>
        </p:nvSpPr>
        <p:spPr bwMode="auto">
          <a:xfrm>
            <a:off x="7467600" y="2819400"/>
            <a:ext cx="660400" cy="850900"/>
          </a:xfrm>
          <a:custGeom>
            <a:avLst/>
            <a:gdLst>
              <a:gd name="T0" fmla="*/ 383063737 w 416"/>
              <a:gd name="T1" fmla="*/ 1350803532 h 536"/>
              <a:gd name="T2" fmla="*/ 20161250 w 416"/>
              <a:gd name="T3" fmla="*/ 504031219 h 536"/>
              <a:gd name="T4" fmla="*/ 504031301 w 416"/>
              <a:gd name="T5" fmla="*/ 20161247 h 536"/>
              <a:gd name="T6" fmla="*/ 987901357 w 416"/>
              <a:gd name="T7" fmla="*/ 383063675 h 536"/>
              <a:gd name="T8" fmla="*/ 866933892 w 416"/>
              <a:gd name="T9" fmla="*/ 1229836087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4112" name="Object 32">
            <a:extLst>
              <a:ext uri="{FF2B5EF4-FFF2-40B4-BE49-F238E27FC236}">
                <a16:creationId xmlns:a16="http://schemas.microsoft.com/office/drawing/2014/main" id="{D5D34583-CC6A-A529-CB96-EE727A0CED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80301" y="23749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72808" imgH="444307" progId="Equation.3">
                  <p:embed/>
                </p:oleObj>
              </mc:Choice>
              <mc:Fallback>
                <p:oleObj name="Equation" r:id="rId22" imgW="672808" imgH="444307" progId="Equation.3">
                  <p:embed/>
                  <p:pic>
                    <p:nvPicPr>
                      <p:cNvPr id="4112" name="Object 32">
                        <a:extLst>
                          <a:ext uri="{FF2B5EF4-FFF2-40B4-BE49-F238E27FC236}">
                            <a16:creationId xmlns:a16="http://schemas.microsoft.com/office/drawing/2014/main" id="{D5D34583-CC6A-A529-CB96-EE727A0CED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1" y="23749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33" name="Line 33">
            <a:extLst>
              <a:ext uri="{FF2B5EF4-FFF2-40B4-BE49-F238E27FC236}">
                <a16:creationId xmlns:a16="http://schemas.microsoft.com/office/drawing/2014/main" id="{70F1A538-3ACA-5D0A-368A-E2D7A17658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39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34" name="Freeform 34">
            <a:extLst>
              <a:ext uri="{FF2B5EF4-FFF2-40B4-BE49-F238E27FC236}">
                <a16:creationId xmlns:a16="http://schemas.microsoft.com/office/drawing/2014/main" id="{DA7360B4-CCD9-7F12-6474-F6FDA2242C56}"/>
              </a:ext>
            </a:extLst>
          </p:cNvPr>
          <p:cNvSpPr>
            <a:spLocks/>
          </p:cNvSpPr>
          <p:nvPr/>
        </p:nvSpPr>
        <p:spPr bwMode="auto">
          <a:xfrm>
            <a:off x="5943600" y="3962400"/>
            <a:ext cx="1752600" cy="990600"/>
          </a:xfrm>
          <a:custGeom>
            <a:avLst/>
            <a:gdLst>
              <a:gd name="T0" fmla="*/ 0 w 1104"/>
              <a:gd name="T1" fmla="*/ 1572577282 h 624"/>
              <a:gd name="T2" fmla="*/ 1088707415 w 1104"/>
              <a:gd name="T3" fmla="*/ 483870009 h 624"/>
              <a:gd name="T4" fmla="*/ 2147483647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135" name="Freeform 35">
            <a:extLst>
              <a:ext uri="{FF2B5EF4-FFF2-40B4-BE49-F238E27FC236}">
                <a16:creationId xmlns:a16="http://schemas.microsoft.com/office/drawing/2014/main" id="{48C944F4-DE0B-0F8E-8471-ABCAC6A28A3E}"/>
              </a:ext>
            </a:extLst>
          </p:cNvPr>
          <p:cNvSpPr>
            <a:spLocks/>
          </p:cNvSpPr>
          <p:nvPr/>
        </p:nvSpPr>
        <p:spPr bwMode="auto">
          <a:xfrm>
            <a:off x="4648200" y="3771900"/>
            <a:ext cx="2971800" cy="1181100"/>
          </a:xfrm>
          <a:custGeom>
            <a:avLst/>
            <a:gdLst>
              <a:gd name="T0" fmla="*/ 0 w 1872"/>
              <a:gd name="T1" fmla="*/ 1874996428 h 744"/>
              <a:gd name="T2" fmla="*/ 1814512820 w 1872"/>
              <a:gd name="T3" fmla="*/ 302418750 h 744"/>
              <a:gd name="T4" fmla="*/ 2147483647 w 1872"/>
              <a:gd name="T5" fmla="*/ 60483755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136" name="Freeform 36">
            <a:extLst>
              <a:ext uri="{FF2B5EF4-FFF2-40B4-BE49-F238E27FC236}">
                <a16:creationId xmlns:a16="http://schemas.microsoft.com/office/drawing/2014/main" id="{AA6DCFA6-C90C-CEDC-1879-1569C4841B14}"/>
              </a:ext>
            </a:extLst>
          </p:cNvPr>
          <p:cNvSpPr>
            <a:spLocks/>
          </p:cNvSpPr>
          <p:nvPr/>
        </p:nvSpPr>
        <p:spPr bwMode="auto">
          <a:xfrm>
            <a:off x="3352800" y="3149600"/>
            <a:ext cx="4343400" cy="1803400"/>
          </a:xfrm>
          <a:custGeom>
            <a:avLst/>
            <a:gdLst>
              <a:gd name="T0" fmla="*/ 0 w 2736"/>
              <a:gd name="T1" fmla="*/ 2147483647 h 1136"/>
              <a:gd name="T2" fmla="*/ 1814512646 w 2736"/>
              <a:gd name="T3" fmla="*/ 322579961 h 1136"/>
              <a:gd name="T4" fmla="*/ 2147483647 w 2736"/>
              <a:gd name="T5" fmla="*/ 927417498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137" name="Rectangle 38">
            <a:extLst>
              <a:ext uri="{FF2B5EF4-FFF2-40B4-BE49-F238E27FC236}">
                <a16:creationId xmlns:a16="http://schemas.microsoft.com/office/drawing/2014/main" id="{5205DC17-CBAA-5721-3496-03895BEDC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138" name="Line 39">
            <a:extLst>
              <a:ext uri="{FF2B5EF4-FFF2-40B4-BE49-F238E27FC236}">
                <a16:creationId xmlns:a16="http://schemas.microsoft.com/office/drawing/2014/main" id="{D5FB56E3-1853-0515-556B-B8D7FEB31C6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39" name="Line 40">
            <a:extLst>
              <a:ext uri="{FF2B5EF4-FFF2-40B4-BE49-F238E27FC236}">
                <a16:creationId xmlns:a16="http://schemas.microsoft.com/office/drawing/2014/main" id="{3192299C-D5B7-95D5-B77A-5605701C332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40" name="Line 41">
            <a:extLst>
              <a:ext uri="{FF2B5EF4-FFF2-40B4-BE49-F238E27FC236}">
                <a16:creationId xmlns:a16="http://schemas.microsoft.com/office/drawing/2014/main" id="{0FCBF3EB-FC88-85A1-883E-3C78B54F524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41" name="Line 42">
            <a:extLst>
              <a:ext uri="{FF2B5EF4-FFF2-40B4-BE49-F238E27FC236}">
                <a16:creationId xmlns:a16="http://schemas.microsoft.com/office/drawing/2014/main" id="{EE17A090-12BC-48C3-B86C-2A4F74CE5D2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113" name="Object 43">
            <a:extLst>
              <a:ext uri="{FF2B5EF4-FFF2-40B4-BE49-F238E27FC236}">
                <a16:creationId xmlns:a16="http://schemas.microsoft.com/office/drawing/2014/main" id="{07B1B20A-2E67-BB5D-063C-A372B4B0A0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66584" imgH="279279" progId="Equation.3">
                  <p:embed/>
                </p:oleObj>
              </mc:Choice>
              <mc:Fallback>
                <p:oleObj name="Equation" r:id="rId24" imgW="266584" imgH="279279" progId="Equation.3">
                  <p:embed/>
                  <p:pic>
                    <p:nvPicPr>
                      <p:cNvPr id="4113" name="Object 43">
                        <a:extLst>
                          <a:ext uri="{FF2B5EF4-FFF2-40B4-BE49-F238E27FC236}">
                            <a16:creationId xmlns:a16="http://schemas.microsoft.com/office/drawing/2014/main" id="{07B1B20A-2E67-BB5D-063C-A372B4B0A0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4" name="Object 44">
            <a:extLst>
              <a:ext uri="{FF2B5EF4-FFF2-40B4-BE49-F238E27FC236}">
                <a16:creationId xmlns:a16="http://schemas.microsoft.com/office/drawing/2014/main" id="{DE60AB55-A2AE-9006-CB1A-C92C88E8AC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79279" imgH="380835" progId="Equation.3">
                  <p:embed/>
                </p:oleObj>
              </mc:Choice>
              <mc:Fallback>
                <p:oleObj name="Equation" r:id="rId21" imgW="279279" imgH="380835" progId="Equation.3">
                  <p:embed/>
                  <p:pic>
                    <p:nvPicPr>
                      <p:cNvPr id="4114" name="Object 44">
                        <a:extLst>
                          <a:ext uri="{FF2B5EF4-FFF2-40B4-BE49-F238E27FC236}">
                            <a16:creationId xmlns:a16="http://schemas.microsoft.com/office/drawing/2014/main" id="{DE60AB55-A2AE-9006-CB1A-C92C88E8AC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5" name="Object 45">
            <a:extLst>
              <a:ext uri="{FF2B5EF4-FFF2-40B4-BE49-F238E27FC236}">
                <a16:creationId xmlns:a16="http://schemas.microsoft.com/office/drawing/2014/main" id="{8762FCF1-3372-79AA-A0ED-CF69AACD8D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79279" imgH="380835" progId="Equation.3">
                  <p:embed/>
                </p:oleObj>
              </mc:Choice>
              <mc:Fallback>
                <p:oleObj name="Equation" r:id="rId21" imgW="279279" imgH="380835" progId="Equation.3">
                  <p:embed/>
                  <p:pic>
                    <p:nvPicPr>
                      <p:cNvPr id="4115" name="Object 45">
                        <a:extLst>
                          <a:ext uri="{FF2B5EF4-FFF2-40B4-BE49-F238E27FC236}">
                            <a16:creationId xmlns:a16="http://schemas.microsoft.com/office/drawing/2014/main" id="{8762FCF1-3372-79AA-A0ED-CF69AACD8D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" name="Object 46">
            <a:extLst>
              <a:ext uri="{FF2B5EF4-FFF2-40B4-BE49-F238E27FC236}">
                <a16:creationId xmlns:a16="http://schemas.microsoft.com/office/drawing/2014/main" id="{194E571A-4A3F-14BB-B496-D43119CFCA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66584" imgH="279279" progId="Equation.3">
                  <p:embed/>
                </p:oleObj>
              </mc:Choice>
              <mc:Fallback>
                <p:oleObj name="Equation" r:id="rId25" imgW="266584" imgH="279279" progId="Equation.3">
                  <p:embed/>
                  <p:pic>
                    <p:nvPicPr>
                      <p:cNvPr id="4116" name="Object 46">
                        <a:extLst>
                          <a:ext uri="{FF2B5EF4-FFF2-40B4-BE49-F238E27FC236}">
                            <a16:creationId xmlns:a16="http://schemas.microsoft.com/office/drawing/2014/main" id="{194E571A-4A3F-14BB-B496-D43119CFCA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42" name="Line 47">
            <a:extLst>
              <a:ext uri="{FF2B5EF4-FFF2-40B4-BE49-F238E27FC236}">
                <a16:creationId xmlns:a16="http://schemas.microsoft.com/office/drawing/2014/main" id="{70B89299-6BEA-D592-A728-A6B06FCC814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43" name="Line 50">
            <a:extLst>
              <a:ext uri="{FF2B5EF4-FFF2-40B4-BE49-F238E27FC236}">
                <a16:creationId xmlns:a16="http://schemas.microsoft.com/office/drawing/2014/main" id="{C2D54524-E468-80D2-7092-AABD7BD4D57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144" name="Group 54">
            <a:extLst>
              <a:ext uri="{FF2B5EF4-FFF2-40B4-BE49-F238E27FC236}">
                <a16:creationId xmlns:a16="http://schemas.microsoft.com/office/drawing/2014/main" id="{A4E432D5-01E9-6463-C183-63CCF5492701}"/>
              </a:ext>
            </a:extLst>
          </p:cNvPr>
          <p:cNvGrpSpPr>
            <a:grpSpLocks/>
          </p:cNvGrpSpPr>
          <p:nvPr/>
        </p:nvGrpSpPr>
        <p:grpSpPr bwMode="auto">
          <a:xfrm>
            <a:off x="8077201" y="4114800"/>
            <a:ext cx="900113" cy="609600"/>
            <a:chOff x="4224" y="1824"/>
            <a:chExt cx="567" cy="384"/>
          </a:xfrm>
        </p:grpSpPr>
        <p:graphicFrame>
          <p:nvGraphicFramePr>
            <p:cNvPr id="4117" name="Object 55">
              <a:extLst>
                <a:ext uri="{FF2B5EF4-FFF2-40B4-BE49-F238E27FC236}">
                  <a16:creationId xmlns:a16="http://schemas.microsoft.com/office/drawing/2014/main" id="{AE0A7DA8-7C24-4832-A182-14AF6A34ACA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672808" imgH="444307" progId="Equation.3">
                    <p:embed/>
                  </p:oleObj>
                </mc:Choice>
                <mc:Fallback>
                  <p:oleObj name="Equation" r:id="rId26" imgW="672808" imgH="444307" progId="Equation.3">
                    <p:embed/>
                    <p:pic>
                      <p:nvPicPr>
                        <p:cNvPr id="4117" name="Object 55">
                          <a:extLst>
                            <a:ext uri="{FF2B5EF4-FFF2-40B4-BE49-F238E27FC236}">
                              <a16:creationId xmlns:a16="http://schemas.microsoft.com/office/drawing/2014/main" id="{AE0A7DA8-7C24-4832-A182-14AF6A34ACA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45" name="Line 56">
              <a:extLst>
                <a:ext uri="{FF2B5EF4-FFF2-40B4-BE49-F238E27FC236}">
                  <a16:creationId xmlns:a16="http://schemas.microsoft.com/office/drawing/2014/main" id="{A741FE00-5912-ACF2-CAEC-EBE8748C3F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3" name="Rectangle 3">
            <a:extLst>
              <a:ext uri="{FF2B5EF4-FFF2-40B4-BE49-F238E27FC236}">
                <a16:creationId xmlns:a16="http://schemas.microsoft.com/office/drawing/2014/main" id="{4AC3B0F8-0C1C-0604-9E98-B0F1A59936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 </a:t>
            </a:r>
          </a:p>
        </p:txBody>
      </p:sp>
      <p:sp>
        <p:nvSpPr>
          <p:cNvPr id="5144" name="Oval 4">
            <a:extLst>
              <a:ext uri="{FF2B5EF4-FFF2-40B4-BE49-F238E27FC236}">
                <a16:creationId xmlns:a16="http://schemas.microsoft.com/office/drawing/2014/main" id="{1F3ACCC6-8F3D-E25A-E9EC-A181C1BFD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145" name="Oval 5">
            <a:extLst>
              <a:ext uri="{FF2B5EF4-FFF2-40B4-BE49-F238E27FC236}">
                <a16:creationId xmlns:a16="http://schemas.microsoft.com/office/drawing/2014/main" id="{6652CBAB-B269-2B84-DC86-D3AF4FD26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146" name="Oval 6">
            <a:extLst>
              <a:ext uri="{FF2B5EF4-FFF2-40B4-BE49-F238E27FC236}">
                <a16:creationId xmlns:a16="http://schemas.microsoft.com/office/drawing/2014/main" id="{8E03F769-D505-BC2A-A6B2-D78334680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876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147" name="Oval 7">
            <a:extLst>
              <a:ext uri="{FF2B5EF4-FFF2-40B4-BE49-F238E27FC236}">
                <a16:creationId xmlns:a16="http://schemas.microsoft.com/office/drawing/2014/main" id="{C6C90ABB-49FC-DA03-7625-928D7A644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148" name="Oval 8">
            <a:extLst>
              <a:ext uri="{FF2B5EF4-FFF2-40B4-BE49-F238E27FC236}">
                <a16:creationId xmlns:a16="http://schemas.microsoft.com/office/drawing/2014/main" id="{C76966D3-3F6D-8963-C874-9B41835B87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149" name="Line 9">
            <a:extLst>
              <a:ext uri="{FF2B5EF4-FFF2-40B4-BE49-F238E27FC236}">
                <a16:creationId xmlns:a16="http://schemas.microsoft.com/office/drawing/2014/main" id="{E81907DB-96D9-F05A-E821-5AFCC9D31ED0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50" name="Line 10">
            <a:extLst>
              <a:ext uri="{FF2B5EF4-FFF2-40B4-BE49-F238E27FC236}">
                <a16:creationId xmlns:a16="http://schemas.microsoft.com/office/drawing/2014/main" id="{6DCB3B3F-B26B-3C53-FCDC-A50273DF6B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51" name="Line 11">
            <a:extLst>
              <a:ext uri="{FF2B5EF4-FFF2-40B4-BE49-F238E27FC236}">
                <a16:creationId xmlns:a16="http://schemas.microsoft.com/office/drawing/2014/main" id="{CDAF37E8-A7A9-F236-901C-EB418387350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51816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52" name="Line 12">
            <a:extLst>
              <a:ext uri="{FF2B5EF4-FFF2-40B4-BE49-F238E27FC236}">
                <a16:creationId xmlns:a16="http://schemas.microsoft.com/office/drawing/2014/main" id="{043B1286-F603-46A8-EA98-1C4A47147518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122" name="Object 13">
            <a:extLst>
              <a:ext uri="{FF2B5EF4-FFF2-40B4-BE49-F238E27FC236}">
                <a16:creationId xmlns:a16="http://schemas.microsoft.com/office/drawing/2014/main" id="{FE7AA036-B8C2-FFB4-E6F4-66133EA8FE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5122" name="Object 13">
                        <a:extLst>
                          <a:ext uri="{FF2B5EF4-FFF2-40B4-BE49-F238E27FC236}">
                            <a16:creationId xmlns:a16="http://schemas.microsoft.com/office/drawing/2014/main" id="{FE7AA036-B8C2-FFB4-E6F4-66133EA8FE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53" name="Oval 14">
            <a:extLst>
              <a:ext uri="{FF2B5EF4-FFF2-40B4-BE49-F238E27FC236}">
                <a16:creationId xmlns:a16="http://schemas.microsoft.com/office/drawing/2014/main" id="{110EA0AA-94C6-FD4E-F8DD-08079A38A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5123" name="Object 15">
            <a:extLst>
              <a:ext uri="{FF2B5EF4-FFF2-40B4-BE49-F238E27FC236}">
                <a16:creationId xmlns:a16="http://schemas.microsoft.com/office/drawing/2014/main" id="{B70DFF71-B5E8-9059-A804-A56169369A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81501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5123" name="Object 15">
                        <a:extLst>
                          <a:ext uri="{FF2B5EF4-FFF2-40B4-BE49-F238E27FC236}">
                            <a16:creationId xmlns:a16="http://schemas.microsoft.com/office/drawing/2014/main" id="{B70DFF71-B5E8-9059-A804-A56169369A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1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16">
            <a:extLst>
              <a:ext uri="{FF2B5EF4-FFF2-40B4-BE49-F238E27FC236}">
                <a16:creationId xmlns:a16="http://schemas.microsoft.com/office/drawing/2014/main" id="{CA8255C0-EF6E-2B3E-B21F-2829DC476D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5124" name="Object 16">
                        <a:extLst>
                          <a:ext uri="{FF2B5EF4-FFF2-40B4-BE49-F238E27FC236}">
                            <a16:creationId xmlns:a16="http://schemas.microsoft.com/office/drawing/2014/main" id="{CA8255C0-EF6E-2B3E-B21F-2829DC476D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" name="Object 17">
            <a:extLst>
              <a:ext uri="{FF2B5EF4-FFF2-40B4-BE49-F238E27FC236}">
                <a16:creationId xmlns:a16="http://schemas.microsoft.com/office/drawing/2014/main" id="{3EEA3486-26A0-DB0B-3014-B35C8DD840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69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5125" name="Object 17">
                        <a:extLst>
                          <a:ext uri="{FF2B5EF4-FFF2-40B4-BE49-F238E27FC236}">
                            <a16:creationId xmlns:a16="http://schemas.microsoft.com/office/drawing/2014/main" id="{3EEA3486-26A0-DB0B-3014-B35C8DD840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" name="Object 18">
            <a:extLst>
              <a:ext uri="{FF2B5EF4-FFF2-40B4-BE49-F238E27FC236}">
                <a16:creationId xmlns:a16="http://schemas.microsoft.com/office/drawing/2014/main" id="{D47FA205-0B32-C9E4-C0F9-D3F54D1A53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05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100" imgH="469900" progId="Equation.3">
                  <p:embed/>
                </p:oleObj>
              </mc:Choice>
              <mc:Fallback>
                <p:oleObj name="Equation" r:id="rId10" imgW="419100" imgH="469900" progId="Equation.3">
                  <p:embed/>
                  <p:pic>
                    <p:nvPicPr>
                      <p:cNvPr id="5126" name="Object 18">
                        <a:extLst>
                          <a:ext uri="{FF2B5EF4-FFF2-40B4-BE49-F238E27FC236}">
                            <a16:creationId xmlns:a16="http://schemas.microsoft.com/office/drawing/2014/main" id="{D47FA205-0B32-C9E4-C0F9-D3F54D1A53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54" name="Line 19">
            <a:extLst>
              <a:ext uri="{FF2B5EF4-FFF2-40B4-BE49-F238E27FC236}">
                <a16:creationId xmlns:a16="http://schemas.microsoft.com/office/drawing/2014/main" id="{85D76DE1-309F-6FF4-A905-3391394287E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127" name="Object 20">
            <a:extLst>
              <a:ext uri="{FF2B5EF4-FFF2-40B4-BE49-F238E27FC236}">
                <a16:creationId xmlns:a16="http://schemas.microsoft.com/office/drawing/2014/main" id="{34096222-7FBC-6497-5B70-0135DBC1F9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5127" name="Object 20">
                        <a:extLst>
                          <a:ext uri="{FF2B5EF4-FFF2-40B4-BE49-F238E27FC236}">
                            <a16:creationId xmlns:a16="http://schemas.microsoft.com/office/drawing/2014/main" id="{34096222-7FBC-6497-5B70-0135DBC1F9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8" name="Object 21">
            <a:extLst>
              <a:ext uri="{FF2B5EF4-FFF2-40B4-BE49-F238E27FC236}">
                <a16:creationId xmlns:a16="http://schemas.microsoft.com/office/drawing/2014/main" id="{42F421AA-FF0D-2016-BA13-142919002D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5128" name="Object 21">
                        <a:extLst>
                          <a:ext uri="{FF2B5EF4-FFF2-40B4-BE49-F238E27FC236}">
                            <a16:creationId xmlns:a16="http://schemas.microsoft.com/office/drawing/2014/main" id="{42F421AA-FF0D-2016-BA13-142919002D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9" name="Object 22">
            <a:extLst>
              <a:ext uri="{FF2B5EF4-FFF2-40B4-BE49-F238E27FC236}">
                <a16:creationId xmlns:a16="http://schemas.microsoft.com/office/drawing/2014/main" id="{16280ED3-2AD1-24A1-732E-5BA6837A9D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5129" name="Object 22">
                        <a:extLst>
                          <a:ext uri="{FF2B5EF4-FFF2-40B4-BE49-F238E27FC236}">
                            <a16:creationId xmlns:a16="http://schemas.microsoft.com/office/drawing/2014/main" id="{16280ED3-2AD1-24A1-732E-5BA6837A9D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0" name="Object 23">
            <a:extLst>
              <a:ext uri="{FF2B5EF4-FFF2-40B4-BE49-F238E27FC236}">
                <a16:creationId xmlns:a16="http://schemas.microsoft.com/office/drawing/2014/main" id="{5702EAFF-97EC-9C45-12E0-D0F9760299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5130" name="Object 23">
                        <a:extLst>
                          <a:ext uri="{FF2B5EF4-FFF2-40B4-BE49-F238E27FC236}">
                            <a16:creationId xmlns:a16="http://schemas.microsoft.com/office/drawing/2014/main" id="{5702EAFF-97EC-9C45-12E0-D0F9760299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55" name="Oval 25">
            <a:extLst>
              <a:ext uri="{FF2B5EF4-FFF2-40B4-BE49-F238E27FC236}">
                <a16:creationId xmlns:a16="http://schemas.microsoft.com/office/drawing/2014/main" id="{350B0539-0836-F973-0690-AF44F5C80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5131" name="Object 26">
            <a:extLst>
              <a:ext uri="{FF2B5EF4-FFF2-40B4-BE49-F238E27FC236}">
                <a16:creationId xmlns:a16="http://schemas.microsoft.com/office/drawing/2014/main" id="{5B3D4596-93D9-1ED1-98CF-92F2EEFD7C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08901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06224" imgH="469696" progId="Equation.3">
                  <p:embed/>
                </p:oleObj>
              </mc:Choice>
              <mc:Fallback>
                <p:oleObj name="Equation" r:id="rId18" imgW="406224" imgH="469696" progId="Equation.3">
                  <p:embed/>
                  <p:pic>
                    <p:nvPicPr>
                      <p:cNvPr id="5131" name="Object 26">
                        <a:extLst>
                          <a:ext uri="{FF2B5EF4-FFF2-40B4-BE49-F238E27FC236}">
                            <a16:creationId xmlns:a16="http://schemas.microsoft.com/office/drawing/2014/main" id="{5B3D4596-93D9-1ED1-98CF-92F2EEFD7C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1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2" name="Object 27">
            <a:extLst>
              <a:ext uri="{FF2B5EF4-FFF2-40B4-BE49-F238E27FC236}">
                <a16:creationId xmlns:a16="http://schemas.microsoft.com/office/drawing/2014/main" id="{2D1BEAD4-3668-58DB-EC3D-269E8E16A8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1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6584" imgH="279279" progId="Equation.3">
                  <p:embed/>
                </p:oleObj>
              </mc:Choice>
              <mc:Fallback>
                <p:oleObj name="Equation" r:id="rId20" imgW="266584" imgH="279279" progId="Equation.3">
                  <p:embed/>
                  <p:pic>
                    <p:nvPicPr>
                      <p:cNvPr id="5132" name="Object 27">
                        <a:extLst>
                          <a:ext uri="{FF2B5EF4-FFF2-40B4-BE49-F238E27FC236}">
                            <a16:creationId xmlns:a16="http://schemas.microsoft.com/office/drawing/2014/main" id="{2D1BEAD4-3668-58DB-EC3D-269E8E16A8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3" name="Object 28">
            <a:extLst>
              <a:ext uri="{FF2B5EF4-FFF2-40B4-BE49-F238E27FC236}">
                <a16:creationId xmlns:a16="http://schemas.microsoft.com/office/drawing/2014/main" id="{44B1770D-EAA0-834A-0F84-BFFD187F6F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5133" name="Object 28">
                        <a:extLst>
                          <a:ext uri="{FF2B5EF4-FFF2-40B4-BE49-F238E27FC236}">
                            <a16:creationId xmlns:a16="http://schemas.microsoft.com/office/drawing/2014/main" id="{44B1770D-EAA0-834A-0F84-BFFD187F6F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4" name="Object 29">
            <a:extLst>
              <a:ext uri="{FF2B5EF4-FFF2-40B4-BE49-F238E27FC236}">
                <a16:creationId xmlns:a16="http://schemas.microsoft.com/office/drawing/2014/main" id="{CF660CA6-A01A-9D25-A6CC-81F8FB61BD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279" imgH="380835" progId="Equation.3">
                  <p:embed/>
                </p:oleObj>
              </mc:Choice>
              <mc:Fallback>
                <p:oleObj name="Equation" r:id="rId22" imgW="279279" imgH="380835" progId="Equation.3">
                  <p:embed/>
                  <p:pic>
                    <p:nvPicPr>
                      <p:cNvPr id="5134" name="Object 29">
                        <a:extLst>
                          <a:ext uri="{FF2B5EF4-FFF2-40B4-BE49-F238E27FC236}">
                            <a16:creationId xmlns:a16="http://schemas.microsoft.com/office/drawing/2014/main" id="{CF660CA6-A01A-9D25-A6CC-81F8FB61BD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5" name="Object 30">
            <a:extLst>
              <a:ext uri="{FF2B5EF4-FFF2-40B4-BE49-F238E27FC236}">
                <a16:creationId xmlns:a16="http://schemas.microsoft.com/office/drawing/2014/main" id="{423844DA-0714-3600-C2B6-F0D82CDF41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279" imgH="380835" progId="Equation.3">
                  <p:embed/>
                </p:oleObj>
              </mc:Choice>
              <mc:Fallback>
                <p:oleObj name="Equation" r:id="rId22" imgW="279279" imgH="380835" progId="Equation.3">
                  <p:embed/>
                  <p:pic>
                    <p:nvPicPr>
                      <p:cNvPr id="5135" name="Object 30">
                        <a:extLst>
                          <a:ext uri="{FF2B5EF4-FFF2-40B4-BE49-F238E27FC236}">
                            <a16:creationId xmlns:a16="http://schemas.microsoft.com/office/drawing/2014/main" id="{423844DA-0714-3600-C2B6-F0D82CDF41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56" name="Freeform 31">
            <a:extLst>
              <a:ext uri="{FF2B5EF4-FFF2-40B4-BE49-F238E27FC236}">
                <a16:creationId xmlns:a16="http://schemas.microsoft.com/office/drawing/2014/main" id="{2EB48964-C3B6-A601-0116-BB7429B5492C}"/>
              </a:ext>
            </a:extLst>
          </p:cNvPr>
          <p:cNvSpPr>
            <a:spLocks/>
          </p:cNvSpPr>
          <p:nvPr/>
        </p:nvSpPr>
        <p:spPr bwMode="auto">
          <a:xfrm>
            <a:off x="7467600" y="2819400"/>
            <a:ext cx="660400" cy="850900"/>
          </a:xfrm>
          <a:custGeom>
            <a:avLst/>
            <a:gdLst>
              <a:gd name="T0" fmla="*/ 383063737 w 416"/>
              <a:gd name="T1" fmla="*/ 1350803532 h 536"/>
              <a:gd name="T2" fmla="*/ 20161250 w 416"/>
              <a:gd name="T3" fmla="*/ 504031219 h 536"/>
              <a:gd name="T4" fmla="*/ 504031301 w 416"/>
              <a:gd name="T5" fmla="*/ 20161247 h 536"/>
              <a:gd name="T6" fmla="*/ 987901357 w 416"/>
              <a:gd name="T7" fmla="*/ 383063675 h 536"/>
              <a:gd name="T8" fmla="*/ 866933892 w 416"/>
              <a:gd name="T9" fmla="*/ 1229836087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5136" name="Object 32">
            <a:extLst>
              <a:ext uri="{FF2B5EF4-FFF2-40B4-BE49-F238E27FC236}">
                <a16:creationId xmlns:a16="http://schemas.microsoft.com/office/drawing/2014/main" id="{B160AB37-5CD6-E83C-BC50-F84C4E86D7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80301" y="23749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672808" imgH="444307" progId="Equation.3">
                  <p:embed/>
                </p:oleObj>
              </mc:Choice>
              <mc:Fallback>
                <p:oleObj name="Equation" r:id="rId23" imgW="672808" imgH="444307" progId="Equation.3">
                  <p:embed/>
                  <p:pic>
                    <p:nvPicPr>
                      <p:cNvPr id="5136" name="Object 32">
                        <a:extLst>
                          <a:ext uri="{FF2B5EF4-FFF2-40B4-BE49-F238E27FC236}">
                            <a16:creationId xmlns:a16="http://schemas.microsoft.com/office/drawing/2014/main" id="{B160AB37-5CD6-E83C-BC50-F84C4E86D7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1" y="23749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57" name="Line 33">
            <a:extLst>
              <a:ext uri="{FF2B5EF4-FFF2-40B4-BE49-F238E27FC236}">
                <a16:creationId xmlns:a16="http://schemas.microsoft.com/office/drawing/2014/main" id="{CC9C6B66-D1C9-E037-699A-2869814505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39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58" name="Freeform 34">
            <a:extLst>
              <a:ext uri="{FF2B5EF4-FFF2-40B4-BE49-F238E27FC236}">
                <a16:creationId xmlns:a16="http://schemas.microsoft.com/office/drawing/2014/main" id="{FE772D73-2EC6-6345-0910-1A4699F35097}"/>
              </a:ext>
            </a:extLst>
          </p:cNvPr>
          <p:cNvSpPr>
            <a:spLocks/>
          </p:cNvSpPr>
          <p:nvPr/>
        </p:nvSpPr>
        <p:spPr bwMode="auto">
          <a:xfrm>
            <a:off x="5943600" y="3962400"/>
            <a:ext cx="1752600" cy="990600"/>
          </a:xfrm>
          <a:custGeom>
            <a:avLst/>
            <a:gdLst>
              <a:gd name="T0" fmla="*/ 0 w 1104"/>
              <a:gd name="T1" fmla="*/ 1572577282 h 624"/>
              <a:gd name="T2" fmla="*/ 1088707415 w 1104"/>
              <a:gd name="T3" fmla="*/ 483870009 h 624"/>
              <a:gd name="T4" fmla="*/ 2147483647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159" name="Freeform 35">
            <a:extLst>
              <a:ext uri="{FF2B5EF4-FFF2-40B4-BE49-F238E27FC236}">
                <a16:creationId xmlns:a16="http://schemas.microsoft.com/office/drawing/2014/main" id="{058561E7-C720-C612-4081-76E4E76D08BE}"/>
              </a:ext>
            </a:extLst>
          </p:cNvPr>
          <p:cNvSpPr>
            <a:spLocks/>
          </p:cNvSpPr>
          <p:nvPr/>
        </p:nvSpPr>
        <p:spPr bwMode="auto">
          <a:xfrm>
            <a:off x="4648200" y="3771900"/>
            <a:ext cx="2971800" cy="1181100"/>
          </a:xfrm>
          <a:custGeom>
            <a:avLst/>
            <a:gdLst>
              <a:gd name="T0" fmla="*/ 0 w 1872"/>
              <a:gd name="T1" fmla="*/ 1874996428 h 744"/>
              <a:gd name="T2" fmla="*/ 1814512820 w 1872"/>
              <a:gd name="T3" fmla="*/ 302418750 h 744"/>
              <a:gd name="T4" fmla="*/ 2147483647 w 1872"/>
              <a:gd name="T5" fmla="*/ 60483755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160" name="Freeform 36">
            <a:extLst>
              <a:ext uri="{FF2B5EF4-FFF2-40B4-BE49-F238E27FC236}">
                <a16:creationId xmlns:a16="http://schemas.microsoft.com/office/drawing/2014/main" id="{089FFA7A-B973-3339-015B-76E4B382FE21}"/>
              </a:ext>
            </a:extLst>
          </p:cNvPr>
          <p:cNvSpPr>
            <a:spLocks/>
          </p:cNvSpPr>
          <p:nvPr/>
        </p:nvSpPr>
        <p:spPr bwMode="auto">
          <a:xfrm>
            <a:off x="3352800" y="3149600"/>
            <a:ext cx="4343400" cy="1803400"/>
          </a:xfrm>
          <a:custGeom>
            <a:avLst/>
            <a:gdLst>
              <a:gd name="T0" fmla="*/ 0 w 2736"/>
              <a:gd name="T1" fmla="*/ 2147483647 h 1136"/>
              <a:gd name="T2" fmla="*/ 1814512646 w 2736"/>
              <a:gd name="T3" fmla="*/ 322579961 h 1136"/>
              <a:gd name="T4" fmla="*/ 2147483647 w 2736"/>
              <a:gd name="T5" fmla="*/ 927417498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161" name="Rectangle 38">
            <a:extLst>
              <a:ext uri="{FF2B5EF4-FFF2-40B4-BE49-F238E27FC236}">
                <a16:creationId xmlns:a16="http://schemas.microsoft.com/office/drawing/2014/main" id="{3C33B267-1DF5-C1B5-35F6-293147386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162" name="Line 39">
            <a:extLst>
              <a:ext uri="{FF2B5EF4-FFF2-40B4-BE49-F238E27FC236}">
                <a16:creationId xmlns:a16="http://schemas.microsoft.com/office/drawing/2014/main" id="{480A609D-9789-78D8-C593-695A143B890C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63" name="Line 40">
            <a:extLst>
              <a:ext uri="{FF2B5EF4-FFF2-40B4-BE49-F238E27FC236}">
                <a16:creationId xmlns:a16="http://schemas.microsoft.com/office/drawing/2014/main" id="{63BC2310-9654-8152-0AD4-4BA2625BEC0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64" name="Line 41">
            <a:extLst>
              <a:ext uri="{FF2B5EF4-FFF2-40B4-BE49-F238E27FC236}">
                <a16:creationId xmlns:a16="http://schemas.microsoft.com/office/drawing/2014/main" id="{73165149-5291-AE85-81A4-E21C962378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65" name="Line 42">
            <a:extLst>
              <a:ext uri="{FF2B5EF4-FFF2-40B4-BE49-F238E27FC236}">
                <a16:creationId xmlns:a16="http://schemas.microsoft.com/office/drawing/2014/main" id="{08AA421B-10CD-62A3-927F-54BC7EFF3A3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137" name="Object 43">
            <a:extLst>
              <a:ext uri="{FF2B5EF4-FFF2-40B4-BE49-F238E27FC236}">
                <a16:creationId xmlns:a16="http://schemas.microsoft.com/office/drawing/2014/main" id="{B6C8FB26-5909-E3CC-ACD7-65E47E4FC6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5137" name="Object 43">
                        <a:extLst>
                          <a:ext uri="{FF2B5EF4-FFF2-40B4-BE49-F238E27FC236}">
                            <a16:creationId xmlns:a16="http://schemas.microsoft.com/office/drawing/2014/main" id="{B6C8FB26-5909-E3CC-ACD7-65E47E4FC6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8" name="Object 44">
            <a:extLst>
              <a:ext uri="{FF2B5EF4-FFF2-40B4-BE49-F238E27FC236}">
                <a16:creationId xmlns:a16="http://schemas.microsoft.com/office/drawing/2014/main" id="{B4806F4C-DE22-8A9C-2BCC-1B8653B11D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79279" imgH="380835" progId="Equation.3">
                  <p:embed/>
                </p:oleObj>
              </mc:Choice>
              <mc:Fallback>
                <p:oleObj name="Equation" r:id="rId25" imgW="279279" imgH="380835" progId="Equation.3">
                  <p:embed/>
                  <p:pic>
                    <p:nvPicPr>
                      <p:cNvPr id="5138" name="Object 44">
                        <a:extLst>
                          <a:ext uri="{FF2B5EF4-FFF2-40B4-BE49-F238E27FC236}">
                            <a16:creationId xmlns:a16="http://schemas.microsoft.com/office/drawing/2014/main" id="{B4806F4C-DE22-8A9C-2BCC-1B8653B11D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9" name="Object 45">
            <a:extLst>
              <a:ext uri="{FF2B5EF4-FFF2-40B4-BE49-F238E27FC236}">
                <a16:creationId xmlns:a16="http://schemas.microsoft.com/office/drawing/2014/main" id="{398DD832-BA87-99EB-BF76-5536C74616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79279" imgH="380835" progId="Equation.3">
                  <p:embed/>
                </p:oleObj>
              </mc:Choice>
              <mc:Fallback>
                <p:oleObj name="Equation" r:id="rId25" imgW="279279" imgH="380835" progId="Equation.3">
                  <p:embed/>
                  <p:pic>
                    <p:nvPicPr>
                      <p:cNvPr id="5139" name="Object 45">
                        <a:extLst>
                          <a:ext uri="{FF2B5EF4-FFF2-40B4-BE49-F238E27FC236}">
                            <a16:creationId xmlns:a16="http://schemas.microsoft.com/office/drawing/2014/main" id="{398DD832-BA87-99EB-BF76-5536C74616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40" name="Object 46">
            <a:extLst>
              <a:ext uri="{FF2B5EF4-FFF2-40B4-BE49-F238E27FC236}">
                <a16:creationId xmlns:a16="http://schemas.microsoft.com/office/drawing/2014/main" id="{D579C619-CEA5-C06E-BBB5-0F348B5796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66584" imgH="279279" progId="Equation.3">
                  <p:embed/>
                </p:oleObj>
              </mc:Choice>
              <mc:Fallback>
                <p:oleObj name="Equation" r:id="rId26" imgW="266584" imgH="279279" progId="Equation.3">
                  <p:embed/>
                  <p:pic>
                    <p:nvPicPr>
                      <p:cNvPr id="5140" name="Object 46">
                        <a:extLst>
                          <a:ext uri="{FF2B5EF4-FFF2-40B4-BE49-F238E27FC236}">
                            <a16:creationId xmlns:a16="http://schemas.microsoft.com/office/drawing/2014/main" id="{D579C619-CEA5-C06E-BBB5-0F348B5796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66" name="Line 47">
            <a:extLst>
              <a:ext uri="{FF2B5EF4-FFF2-40B4-BE49-F238E27FC236}">
                <a16:creationId xmlns:a16="http://schemas.microsoft.com/office/drawing/2014/main" id="{5173E46C-640C-9295-F46A-6F42C4A5688A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67" name="Line 50">
            <a:extLst>
              <a:ext uri="{FF2B5EF4-FFF2-40B4-BE49-F238E27FC236}">
                <a16:creationId xmlns:a16="http://schemas.microsoft.com/office/drawing/2014/main" id="{C4D53C8B-C76A-B3B7-A4A9-732A129DBECF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168" name="Group 54">
            <a:extLst>
              <a:ext uri="{FF2B5EF4-FFF2-40B4-BE49-F238E27FC236}">
                <a16:creationId xmlns:a16="http://schemas.microsoft.com/office/drawing/2014/main" id="{9B320A2E-2FA8-E02A-690C-3145590D780E}"/>
              </a:ext>
            </a:extLst>
          </p:cNvPr>
          <p:cNvGrpSpPr>
            <a:grpSpLocks/>
          </p:cNvGrpSpPr>
          <p:nvPr/>
        </p:nvGrpSpPr>
        <p:grpSpPr bwMode="auto">
          <a:xfrm>
            <a:off x="8077201" y="4114800"/>
            <a:ext cx="900113" cy="609600"/>
            <a:chOff x="4224" y="1824"/>
            <a:chExt cx="567" cy="384"/>
          </a:xfrm>
        </p:grpSpPr>
        <p:graphicFrame>
          <p:nvGraphicFramePr>
            <p:cNvPr id="5141" name="Object 55">
              <a:extLst>
                <a:ext uri="{FF2B5EF4-FFF2-40B4-BE49-F238E27FC236}">
                  <a16:creationId xmlns:a16="http://schemas.microsoft.com/office/drawing/2014/main" id="{576DDC34-4CE3-9E8D-3AA8-D0CF0DE0A0C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672808" imgH="444307" progId="Equation.3">
                    <p:embed/>
                  </p:oleObj>
                </mc:Choice>
                <mc:Fallback>
                  <p:oleObj name="Equation" r:id="rId27" imgW="672808" imgH="444307" progId="Equation.3">
                    <p:embed/>
                    <p:pic>
                      <p:nvPicPr>
                        <p:cNvPr id="5141" name="Object 55">
                          <a:extLst>
                            <a:ext uri="{FF2B5EF4-FFF2-40B4-BE49-F238E27FC236}">
                              <a16:creationId xmlns:a16="http://schemas.microsoft.com/office/drawing/2014/main" id="{576DDC34-4CE3-9E8D-3AA8-D0CF0DE0A0C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69" name="Line 56">
              <a:extLst>
                <a:ext uri="{FF2B5EF4-FFF2-40B4-BE49-F238E27FC236}">
                  <a16:creationId xmlns:a16="http://schemas.microsoft.com/office/drawing/2014/main" id="{DFE94495-AC15-C887-B0FD-62BA392811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7" name="Rectangle 3">
            <a:extLst>
              <a:ext uri="{FF2B5EF4-FFF2-40B4-BE49-F238E27FC236}">
                <a16:creationId xmlns:a16="http://schemas.microsoft.com/office/drawing/2014/main" id="{016A66DB-5724-AFB4-9611-D167BDD791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  </a:t>
            </a:r>
          </a:p>
        </p:txBody>
      </p:sp>
      <p:sp>
        <p:nvSpPr>
          <p:cNvPr id="6168" name="Oval 4">
            <a:extLst>
              <a:ext uri="{FF2B5EF4-FFF2-40B4-BE49-F238E27FC236}">
                <a16:creationId xmlns:a16="http://schemas.microsoft.com/office/drawing/2014/main" id="{62545EC7-E1F3-E7E8-5776-B75CC484F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6169" name="Oval 5">
            <a:extLst>
              <a:ext uri="{FF2B5EF4-FFF2-40B4-BE49-F238E27FC236}">
                <a16:creationId xmlns:a16="http://schemas.microsoft.com/office/drawing/2014/main" id="{313D51ED-3FAE-7D11-30C1-15252BBA9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6170" name="Oval 6">
            <a:extLst>
              <a:ext uri="{FF2B5EF4-FFF2-40B4-BE49-F238E27FC236}">
                <a16:creationId xmlns:a16="http://schemas.microsoft.com/office/drawing/2014/main" id="{762A35AA-B876-3495-52FE-312B40C93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6171" name="Oval 7">
            <a:extLst>
              <a:ext uri="{FF2B5EF4-FFF2-40B4-BE49-F238E27FC236}">
                <a16:creationId xmlns:a16="http://schemas.microsoft.com/office/drawing/2014/main" id="{8798592B-EC41-8670-98F1-5CF8BDADA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4876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6172" name="Oval 8">
            <a:extLst>
              <a:ext uri="{FF2B5EF4-FFF2-40B4-BE49-F238E27FC236}">
                <a16:creationId xmlns:a16="http://schemas.microsoft.com/office/drawing/2014/main" id="{A745556E-126F-3588-1875-7DB19D795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4724400"/>
            <a:ext cx="838200" cy="838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6173" name="Line 9">
            <a:extLst>
              <a:ext uri="{FF2B5EF4-FFF2-40B4-BE49-F238E27FC236}">
                <a16:creationId xmlns:a16="http://schemas.microsoft.com/office/drawing/2014/main" id="{5821C00B-C929-8E05-710B-AE35A37CC98A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74" name="Line 10">
            <a:extLst>
              <a:ext uri="{FF2B5EF4-FFF2-40B4-BE49-F238E27FC236}">
                <a16:creationId xmlns:a16="http://schemas.microsoft.com/office/drawing/2014/main" id="{25BBFDB8-0A4D-1ED0-E412-835FA8D1C2BB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75" name="Line 11">
            <a:extLst>
              <a:ext uri="{FF2B5EF4-FFF2-40B4-BE49-F238E27FC236}">
                <a16:creationId xmlns:a16="http://schemas.microsoft.com/office/drawing/2014/main" id="{612E4D01-1E64-CCF6-3D1F-E412803D0C1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76" name="Line 12">
            <a:extLst>
              <a:ext uri="{FF2B5EF4-FFF2-40B4-BE49-F238E27FC236}">
                <a16:creationId xmlns:a16="http://schemas.microsoft.com/office/drawing/2014/main" id="{9B7DEFDB-2BDF-EF86-B62F-2CFC2F3D78F4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5181600"/>
            <a:ext cx="685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146" name="Object 13">
            <a:extLst>
              <a:ext uri="{FF2B5EF4-FFF2-40B4-BE49-F238E27FC236}">
                <a16:creationId xmlns:a16="http://schemas.microsoft.com/office/drawing/2014/main" id="{068D1A59-65E8-8403-FC63-2DC07E56A7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6146" name="Object 13">
                        <a:extLst>
                          <a:ext uri="{FF2B5EF4-FFF2-40B4-BE49-F238E27FC236}">
                            <a16:creationId xmlns:a16="http://schemas.microsoft.com/office/drawing/2014/main" id="{068D1A59-65E8-8403-FC63-2DC07E56A7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77" name="Oval 14">
            <a:extLst>
              <a:ext uri="{FF2B5EF4-FFF2-40B4-BE49-F238E27FC236}">
                <a16:creationId xmlns:a16="http://schemas.microsoft.com/office/drawing/2014/main" id="{7529A95F-B36A-0948-DD67-CF464B7E84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6147" name="Object 15">
            <a:extLst>
              <a:ext uri="{FF2B5EF4-FFF2-40B4-BE49-F238E27FC236}">
                <a16:creationId xmlns:a16="http://schemas.microsoft.com/office/drawing/2014/main" id="{85F7CB55-D5BA-5A16-617E-E23ABF80AD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81501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6147" name="Object 15">
                        <a:extLst>
                          <a:ext uri="{FF2B5EF4-FFF2-40B4-BE49-F238E27FC236}">
                            <a16:creationId xmlns:a16="http://schemas.microsoft.com/office/drawing/2014/main" id="{85F7CB55-D5BA-5A16-617E-E23ABF80AD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1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16">
            <a:extLst>
              <a:ext uri="{FF2B5EF4-FFF2-40B4-BE49-F238E27FC236}">
                <a16:creationId xmlns:a16="http://schemas.microsoft.com/office/drawing/2014/main" id="{D0B9BF73-4E03-FE34-4DDC-DC221B3DAE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6148" name="Object 16">
                        <a:extLst>
                          <a:ext uri="{FF2B5EF4-FFF2-40B4-BE49-F238E27FC236}">
                            <a16:creationId xmlns:a16="http://schemas.microsoft.com/office/drawing/2014/main" id="{D0B9BF73-4E03-FE34-4DDC-DC221B3DAE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17">
            <a:extLst>
              <a:ext uri="{FF2B5EF4-FFF2-40B4-BE49-F238E27FC236}">
                <a16:creationId xmlns:a16="http://schemas.microsoft.com/office/drawing/2014/main" id="{5662F70E-057B-DA51-4C64-1D9FFF37F6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69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6149" name="Object 17">
                        <a:extLst>
                          <a:ext uri="{FF2B5EF4-FFF2-40B4-BE49-F238E27FC236}">
                            <a16:creationId xmlns:a16="http://schemas.microsoft.com/office/drawing/2014/main" id="{5662F70E-057B-DA51-4C64-1D9FFF37F6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18">
            <a:extLst>
              <a:ext uri="{FF2B5EF4-FFF2-40B4-BE49-F238E27FC236}">
                <a16:creationId xmlns:a16="http://schemas.microsoft.com/office/drawing/2014/main" id="{3DF57891-5648-C2C1-3A4B-270B6D47B6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05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100" imgH="469900" progId="Equation.3">
                  <p:embed/>
                </p:oleObj>
              </mc:Choice>
              <mc:Fallback>
                <p:oleObj name="Equation" r:id="rId10" imgW="419100" imgH="469900" progId="Equation.3">
                  <p:embed/>
                  <p:pic>
                    <p:nvPicPr>
                      <p:cNvPr id="6150" name="Object 18">
                        <a:extLst>
                          <a:ext uri="{FF2B5EF4-FFF2-40B4-BE49-F238E27FC236}">
                            <a16:creationId xmlns:a16="http://schemas.microsoft.com/office/drawing/2014/main" id="{3DF57891-5648-C2C1-3A4B-270B6D47B6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78" name="Line 19">
            <a:extLst>
              <a:ext uri="{FF2B5EF4-FFF2-40B4-BE49-F238E27FC236}">
                <a16:creationId xmlns:a16="http://schemas.microsoft.com/office/drawing/2014/main" id="{9C99DC13-6671-06B7-403D-81ECABFEB93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151" name="Object 20">
            <a:extLst>
              <a:ext uri="{FF2B5EF4-FFF2-40B4-BE49-F238E27FC236}">
                <a16:creationId xmlns:a16="http://schemas.microsoft.com/office/drawing/2014/main" id="{352F8022-D71F-4361-D835-40C5CBFCF0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6151" name="Object 20">
                        <a:extLst>
                          <a:ext uri="{FF2B5EF4-FFF2-40B4-BE49-F238E27FC236}">
                            <a16:creationId xmlns:a16="http://schemas.microsoft.com/office/drawing/2014/main" id="{352F8022-D71F-4361-D835-40C5CBFCF0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2" name="Object 21">
            <a:extLst>
              <a:ext uri="{FF2B5EF4-FFF2-40B4-BE49-F238E27FC236}">
                <a16:creationId xmlns:a16="http://schemas.microsoft.com/office/drawing/2014/main" id="{54C517A4-B770-7A5F-C49F-4D6E6DF71B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6152" name="Object 21">
                        <a:extLst>
                          <a:ext uri="{FF2B5EF4-FFF2-40B4-BE49-F238E27FC236}">
                            <a16:creationId xmlns:a16="http://schemas.microsoft.com/office/drawing/2014/main" id="{54C517A4-B770-7A5F-C49F-4D6E6DF71B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3" name="Object 22">
            <a:extLst>
              <a:ext uri="{FF2B5EF4-FFF2-40B4-BE49-F238E27FC236}">
                <a16:creationId xmlns:a16="http://schemas.microsoft.com/office/drawing/2014/main" id="{1A8ADD8D-42C1-0BE1-D1E9-D663169226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6153" name="Object 22">
                        <a:extLst>
                          <a:ext uri="{FF2B5EF4-FFF2-40B4-BE49-F238E27FC236}">
                            <a16:creationId xmlns:a16="http://schemas.microsoft.com/office/drawing/2014/main" id="{1A8ADD8D-42C1-0BE1-D1E9-D663169226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4" name="Object 23">
            <a:extLst>
              <a:ext uri="{FF2B5EF4-FFF2-40B4-BE49-F238E27FC236}">
                <a16:creationId xmlns:a16="http://schemas.microsoft.com/office/drawing/2014/main" id="{EC0BCD29-A1FC-1E05-EFDB-E6C6736C09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6154" name="Object 23">
                        <a:extLst>
                          <a:ext uri="{FF2B5EF4-FFF2-40B4-BE49-F238E27FC236}">
                            <a16:creationId xmlns:a16="http://schemas.microsoft.com/office/drawing/2014/main" id="{EC0BCD29-A1FC-1E05-EFDB-E6C6736C09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79" name="Oval 25">
            <a:extLst>
              <a:ext uri="{FF2B5EF4-FFF2-40B4-BE49-F238E27FC236}">
                <a16:creationId xmlns:a16="http://schemas.microsoft.com/office/drawing/2014/main" id="{CAB6E2E7-357D-BFB5-F11C-C4553D526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6155" name="Object 26">
            <a:extLst>
              <a:ext uri="{FF2B5EF4-FFF2-40B4-BE49-F238E27FC236}">
                <a16:creationId xmlns:a16="http://schemas.microsoft.com/office/drawing/2014/main" id="{14D2AE71-04E7-C369-FEE7-D604F22177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08901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06224" imgH="469696" progId="Equation.3">
                  <p:embed/>
                </p:oleObj>
              </mc:Choice>
              <mc:Fallback>
                <p:oleObj name="Equation" r:id="rId17" imgW="406224" imgH="469696" progId="Equation.3">
                  <p:embed/>
                  <p:pic>
                    <p:nvPicPr>
                      <p:cNvPr id="6155" name="Object 26">
                        <a:extLst>
                          <a:ext uri="{FF2B5EF4-FFF2-40B4-BE49-F238E27FC236}">
                            <a16:creationId xmlns:a16="http://schemas.microsoft.com/office/drawing/2014/main" id="{14D2AE71-04E7-C369-FEE7-D604F22177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1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6" name="Object 27">
            <a:extLst>
              <a:ext uri="{FF2B5EF4-FFF2-40B4-BE49-F238E27FC236}">
                <a16:creationId xmlns:a16="http://schemas.microsoft.com/office/drawing/2014/main" id="{503588D3-8246-7272-776F-7185015424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1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6156" name="Object 27">
                        <a:extLst>
                          <a:ext uri="{FF2B5EF4-FFF2-40B4-BE49-F238E27FC236}">
                            <a16:creationId xmlns:a16="http://schemas.microsoft.com/office/drawing/2014/main" id="{503588D3-8246-7272-776F-7185015424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7" name="Object 28">
            <a:extLst>
              <a:ext uri="{FF2B5EF4-FFF2-40B4-BE49-F238E27FC236}">
                <a16:creationId xmlns:a16="http://schemas.microsoft.com/office/drawing/2014/main" id="{611B248F-8318-E672-67B1-98098A20FD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6157" name="Object 28">
                        <a:extLst>
                          <a:ext uri="{FF2B5EF4-FFF2-40B4-BE49-F238E27FC236}">
                            <a16:creationId xmlns:a16="http://schemas.microsoft.com/office/drawing/2014/main" id="{611B248F-8318-E672-67B1-98098A20FD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8" name="Object 29">
            <a:extLst>
              <a:ext uri="{FF2B5EF4-FFF2-40B4-BE49-F238E27FC236}">
                <a16:creationId xmlns:a16="http://schemas.microsoft.com/office/drawing/2014/main" id="{64126424-40F3-8983-6188-98908E740D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79279" imgH="380835" progId="Equation.3">
                  <p:embed/>
                </p:oleObj>
              </mc:Choice>
              <mc:Fallback>
                <p:oleObj name="Equation" r:id="rId20" imgW="279279" imgH="380835" progId="Equation.3">
                  <p:embed/>
                  <p:pic>
                    <p:nvPicPr>
                      <p:cNvPr id="6158" name="Object 29">
                        <a:extLst>
                          <a:ext uri="{FF2B5EF4-FFF2-40B4-BE49-F238E27FC236}">
                            <a16:creationId xmlns:a16="http://schemas.microsoft.com/office/drawing/2014/main" id="{64126424-40F3-8983-6188-98908E740D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9" name="Object 30">
            <a:extLst>
              <a:ext uri="{FF2B5EF4-FFF2-40B4-BE49-F238E27FC236}">
                <a16:creationId xmlns:a16="http://schemas.microsoft.com/office/drawing/2014/main" id="{0603616F-051A-0B9E-FC61-E52E6D7E6F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79279" imgH="380835" progId="Equation.3">
                  <p:embed/>
                </p:oleObj>
              </mc:Choice>
              <mc:Fallback>
                <p:oleObj name="Equation" r:id="rId20" imgW="279279" imgH="380835" progId="Equation.3">
                  <p:embed/>
                  <p:pic>
                    <p:nvPicPr>
                      <p:cNvPr id="6159" name="Object 30">
                        <a:extLst>
                          <a:ext uri="{FF2B5EF4-FFF2-40B4-BE49-F238E27FC236}">
                            <a16:creationId xmlns:a16="http://schemas.microsoft.com/office/drawing/2014/main" id="{0603616F-051A-0B9E-FC61-E52E6D7E6F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80" name="Freeform 31">
            <a:extLst>
              <a:ext uri="{FF2B5EF4-FFF2-40B4-BE49-F238E27FC236}">
                <a16:creationId xmlns:a16="http://schemas.microsoft.com/office/drawing/2014/main" id="{294EDC6E-5BBA-5F9C-B3D7-6054509BA2E4}"/>
              </a:ext>
            </a:extLst>
          </p:cNvPr>
          <p:cNvSpPr>
            <a:spLocks/>
          </p:cNvSpPr>
          <p:nvPr/>
        </p:nvSpPr>
        <p:spPr bwMode="auto">
          <a:xfrm>
            <a:off x="7467600" y="2819400"/>
            <a:ext cx="660400" cy="850900"/>
          </a:xfrm>
          <a:custGeom>
            <a:avLst/>
            <a:gdLst>
              <a:gd name="T0" fmla="*/ 383063737 w 416"/>
              <a:gd name="T1" fmla="*/ 1350803532 h 536"/>
              <a:gd name="T2" fmla="*/ 20161250 w 416"/>
              <a:gd name="T3" fmla="*/ 504031219 h 536"/>
              <a:gd name="T4" fmla="*/ 504031301 w 416"/>
              <a:gd name="T5" fmla="*/ 20161247 h 536"/>
              <a:gd name="T6" fmla="*/ 987901357 w 416"/>
              <a:gd name="T7" fmla="*/ 383063675 h 536"/>
              <a:gd name="T8" fmla="*/ 866933892 w 416"/>
              <a:gd name="T9" fmla="*/ 1229836087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6160" name="Object 32">
            <a:extLst>
              <a:ext uri="{FF2B5EF4-FFF2-40B4-BE49-F238E27FC236}">
                <a16:creationId xmlns:a16="http://schemas.microsoft.com/office/drawing/2014/main" id="{2882CD23-071C-2A41-8DA2-57E159BEBA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80301" y="23749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672808" imgH="444307" progId="Equation.3">
                  <p:embed/>
                </p:oleObj>
              </mc:Choice>
              <mc:Fallback>
                <p:oleObj name="Equation" r:id="rId21" imgW="672808" imgH="444307" progId="Equation.3">
                  <p:embed/>
                  <p:pic>
                    <p:nvPicPr>
                      <p:cNvPr id="6160" name="Object 32">
                        <a:extLst>
                          <a:ext uri="{FF2B5EF4-FFF2-40B4-BE49-F238E27FC236}">
                            <a16:creationId xmlns:a16="http://schemas.microsoft.com/office/drawing/2014/main" id="{2882CD23-071C-2A41-8DA2-57E159BEBA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1" y="23749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81" name="Line 33">
            <a:extLst>
              <a:ext uri="{FF2B5EF4-FFF2-40B4-BE49-F238E27FC236}">
                <a16:creationId xmlns:a16="http://schemas.microsoft.com/office/drawing/2014/main" id="{51929074-4F3D-FCF5-C434-3E514265BA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39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2" name="Freeform 34">
            <a:extLst>
              <a:ext uri="{FF2B5EF4-FFF2-40B4-BE49-F238E27FC236}">
                <a16:creationId xmlns:a16="http://schemas.microsoft.com/office/drawing/2014/main" id="{060FDF06-7026-5512-6A73-7A13390CA3C3}"/>
              </a:ext>
            </a:extLst>
          </p:cNvPr>
          <p:cNvSpPr>
            <a:spLocks/>
          </p:cNvSpPr>
          <p:nvPr/>
        </p:nvSpPr>
        <p:spPr bwMode="auto">
          <a:xfrm>
            <a:off x="5943600" y="3962400"/>
            <a:ext cx="1752600" cy="990600"/>
          </a:xfrm>
          <a:custGeom>
            <a:avLst/>
            <a:gdLst>
              <a:gd name="T0" fmla="*/ 0 w 1104"/>
              <a:gd name="T1" fmla="*/ 1572577282 h 624"/>
              <a:gd name="T2" fmla="*/ 1088707415 w 1104"/>
              <a:gd name="T3" fmla="*/ 483870009 h 624"/>
              <a:gd name="T4" fmla="*/ 2147483647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6183" name="Freeform 35">
            <a:extLst>
              <a:ext uri="{FF2B5EF4-FFF2-40B4-BE49-F238E27FC236}">
                <a16:creationId xmlns:a16="http://schemas.microsoft.com/office/drawing/2014/main" id="{A2895B2A-A287-C5CC-9709-778054DF11FF}"/>
              </a:ext>
            </a:extLst>
          </p:cNvPr>
          <p:cNvSpPr>
            <a:spLocks/>
          </p:cNvSpPr>
          <p:nvPr/>
        </p:nvSpPr>
        <p:spPr bwMode="auto">
          <a:xfrm>
            <a:off x="4648200" y="3771900"/>
            <a:ext cx="2971800" cy="1181100"/>
          </a:xfrm>
          <a:custGeom>
            <a:avLst/>
            <a:gdLst>
              <a:gd name="T0" fmla="*/ 0 w 1872"/>
              <a:gd name="T1" fmla="*/ 1874996428 h 744"/>
              <a:gd name="T2" fmla="*/ 1814512820 w 1872"/>
              <a:gd name="T3" fmla="*/ 302418750 h 744"/>
              <a:gd name="T4" fmla="*/ 2147483647 w 1872"/>
              <a:gd name="T5" fmla="*/ 60483755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6184" name="Freeform 36">
            <a:extLst>
              <a:ext uri="{FF2B5EF4-FFF2-40B4-BE49-F238E27FC236}">
                <a16:creationId xmlns:a16="http://schemas.microsoft.com/office/drawing/2014/main" id="{DDF4029E-A682-2F60-00D3-556B2F53F3BE}"/>
              </a:ext>
            </a:extLst>
          </p:cNvPr>
          <p:cNvSpPr>
            <a:spLocks/>
          </p:cNvSpPr>
          <p:nvPr/>
        </p:nvSpPr>
        <p:spPr bwMode="auto">
          <a:xfrm>
            <a:off x="3352800" y="3149600"/>
            <a:ext cx="4343400" cy="1803400"/>
          </a:xfrm>
          <a:custGeom>
            <a:avLst/>
            <a:gdLst>
              <a:gd name="T0" fmla="*/ 0 w 2736"/>
              <a:gd name="T1" fmla="*/ 2147483647 h 1136"/>
              <a:gd name="T2" fmla="*/ 1814512646 w 2736"/>
              <a:gd name="T3" fmla="*/ 322579961 h 1136"/>
              <a:gd name="T4" fmla="*/ 2147483647 w 2736"/>
              <a:gd name="T5" fmla="*/ 927417498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6185" name="Rectangle 38">
            <a:extLst>
              <a:ext uri="{FF2B5EF4-FFF2-40B4-BE49-F238E27FC236}">
                <a16:creationId xmlns:a16="http://schemas.microsoft.com/office/drawing/2014/main" id="{209967AF-A8D1-07A6-0AEB-74B6EA9E9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6186" name="Line 39">
            <a:extLst>
              <a:ext uri="{FF2B5EF4-FFF2-40B4-BE49-F238E27FC236}">
                <a16:creationId xmlns:a16="http://schemas.microsoft.com/office/drawing/2014/main" id="{CBFC1376-3683-D802-1089-59B74214442E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7" name="Line 40">
            <a:extLst>
              <a:ext uri="{FF2B5EF4-FFF2-40B4-BE49-F238E27FC236}">
                <a16:creationId xmlns:a16="http://schemas.microsoft.com/office/drawing/2014/main" id="{460A02E8-9CB6-8DEC-E1CA-38482801EA9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8" name="Line 41">
            <a:extLst>
              <a:ext uri="{FF2B5EF4-FFF2-40B4-BE49-F238E27FC236}">
                <a16:creationId xmlns:a16="http://schemas.microsoft.com/office/drawing/2014/main" id="{4B793FFD-BE08-969C-97EF-25785D69DD3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9" name="Line 42">
            <a:extLst>
              <a:ext uri="{FF2B5EF4-FFF2-40B4-BE49-F238E27FC236}">
                <a16:creationId xmlns:a16="http://schemas.microsoft.com/office/drawing/2014/main" id="{B8F09827-2B25-9C29-45BA-095E87BB3E0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161" name="Object 43">
            <a:extLst>
              <a:ext uri="{FF2B5EF4-FFF2-40B4-BE49-F238E27FC236}">
                <a16:creationId xmlns:a16="http://schemas.microsoft.com/office/drawing/2014/main" id="{23A03439-EB19-A7B3-64D3-1AB742F70A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66584" imgH="279279" progId="Equation.3">
                  <p:embed/>
                </p:oleObj>
              </mc:Choice>
              <mc:Fallback>
                <p:oleObj name="Equation" r:id="rId23" imgW="266584" imgH="279279" progId="Equation.3">
                  <p:embed/>
                  <p:pic>
                    <p:nvPicPr>
                      <p:cNvPr id="6161" name="Object 43">
                        <a:extLst>
                          <a:ext uri="{FF2B5EF4-FFF2-40B4-BE49-F238E27FC236}">
                            <a16:creationId xmlns:a16="http://schemas.microsoft.com/office/drawing/2014/main" id="{23A03439-EB19-A7B3-64D3-1AB742F70A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2" name="Object 44">
            <a:extLst>
              <a:ext uri="{FF2B5EF4-FFF2-40B4-BE49-F238E27FC236}">
                <a16:creationId xmlns:a16="http://schemas.microsoft.com/office/drawing/2014/main" id="{29A89B40-8E60-0CBB-6D56-04F96C2191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79279" imgH="380835" progId="Equation.3">
                  <p:embed/>
                </p:oleObj>
              </mc:Choice>
              <mc:Fallback>
                <p:oleObj name="Equation" r:id="rId24" imgW="279279" imgH="380835" progId="Equation.3">
                  <p:embed/>
                  <p:pic>
                    <p:nvPicPr>
                      <p:cNvPr id="6162" name="Object 44">
                        <a:extLst>
                          <a:ext uri="{FF2B5EF4-FFF2-40B4-BE49-F238E27FC236}">
                            <a16:creationId xmlns:a16="http://schemas.microsoft.com/office/drawing/2014/main" id="{29A89B40-8E60-0CBB-6D56-04F96C2191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3" name="Object 45">
            <a:extLst>
              <a:ext uri="{FF2B5EF4-FFF2-40B4-BE49-F238E27FC236}">
                <a16:creationId xmlns:a16="http://schemas.microsoft.com/office/drawing/2014/main" id="{ED2B5913-EFAB-879B-9890-8685B8F18B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79279" imgH="380835" progId="Equation.3">
                  <p:embed/>
                </p:oleObj>
              </mc:Choice>
              <mc:Fallback>
                <p:oleObj name="Equation" r:id="rId24" imgW="279279" imgH="380835" progId="Equation.3">
                  <p:embed/>
                  <p:pic>
                    <p:nvPicPr>
                      <p:cNvPr id="6163" name="Object 45">
                        <a:extLst>
                          <a:ext uri="{FF2B5EF4-FFF2-40B4-BE49-F238E27FC236}">
                            <a16:creationId xmlns:a16="http://schemas.microsoft.com/office/drawing/2014/main" id="{ED2B5913-EFAB-879B-9890-8685B8F18B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4" name="Object 46">
            <a:extLst>
              <a:ext uri="{FF2B5EF4-FFF2-40B4-BE49-F238E27FC236}">
                <a16:creationId xmlns:a16="http://schemas.microsoft.com/office/drawing/2014/main" id="{5E3476AD-ADE3-A3F8-285C-16E15A15C7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66584" imgH="279279" progId="Equation.3">
                  <p:embed/>
                </p:oleObj>
              </mc:Choice>
              <mc:Fallback>
                <p:oleObj name="Equation" r:id="rId25" imgW="266584" imgH="279279" progId="Equation.3">
                  <p:embed/>
                  <p:pic>
                    <p:nvPicPr>
                      <p:cNvPr id="6164" name="Object 46">
                        <a:extLst>
                          <a:ext uri="{FF2B5EF4-FFF2-40B4-BE49-F238E27FC236}">
                            <a16:creationId xmlns:a16="http://schemas.microsoft.com/office/drawing/2014/main" id="{5E3476AD-ADE3-A3F8-285C-16E15A15C7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90" name="Line 47">
            <a:extLst>
              <a:ext uri="{FF2B5EF4-FFF2-40B4-BE49-F238E27FC236}">
                <a16:creationId xmlns:a16="http://schemas.microsoft.com/office/drawing/2014/main" id="{54AA0994-92CC-24BB-5383-5169384916E1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3400" y="5638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91" name="Line 50">
            <a:extLst>
              <a:ext uri="{FF2B5EF4-FFF2-40B4-BE49-F238E27FC236}">
                <a16:creationId xmlns:a16="http://schemas.microsoft.com/office/drawing/2014/main" id="{68C650C1-BA92-07A5-69D0-C54B98113DA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192" name="Group 54">
            <a:extLst>
              <a:ext uri="{FF2B5EF4-FFF2-40B4-BE49-F238E27FC236}">
                <a16:creationId xmlns:a16="http://schemas.microsoft.com/office/drawing/2014/main" id="{4CBE698D-0BF2-6F42-5D06-BE58B17598A2}"/>
              </a:ext>
            </a:extLst>
          </p:cNvPr>
          <p:cNvGrpSpPr>
            <a:grpSpLocks/>
          </p:cNvGrpSpPr>
          <p:nvPr/>
        </p:nvGrpSpPr>
        <p:grpSpPr bwMode="auto">
          <a:xfrm>
            <a:off x="8077201" y="4114800"/>
            <a:ext cx="900113" cy="609600"/>
            <a:chOff x="4224" y="1824"/>
            <a:chExt cx="567" cy="384"/>
          </a:xfrm>
        </p:grpSpPr>
        <p:graphicFrame>
          <p:nvGraphicFramePr>
            <p:cNvPr id="6165" name="Object 55">
              <a:extLst>
                <a:ext uri="{FF2B5EF4-FFF2-40B4-BE49-F238E27FC236}">
                  <a16:creationId xmlns:a16="http://schemas.microsoft.com/office/drawing/2014/main" id="{EDB3DAC3-AC73-1B94-98BD-32435C56699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672808" imgH="444307" progId="Equation.3">
                    <p:embed/>
                  </p:oleObj>
                </mc:Choice>
                <mc:Fallback>
                  <p:oleObj name="Equation" r:id="rId26" imgW="672808" imgH="444307" progId="Equation.3">
                    <p:embed/>
                    <p:pic>
                      <p:nvPicPr>
                        <p:cNvPr id="6165" name="Object 55">
                          <a:extLst>
                            <a:ext uri="{FF2B5EF4-FFF2-40B4-BE49-F238E27FC236}">
                              <a16:creationId xmlns:a16="http://schemas.microsoft.com/office/drawing/2014/main" id="{EDB3DAC3-AC73-1B94-98BD-32435C56699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93" name="Line 56">
              <a:extLst>
                <a:ext uri="{FF2B5EF4-FFF2-40B4-BE49-F238E27FC236}">
                  <a16:creationId xmlns:a16="http://schemas.microsoft.com/office/drawing/2014/main" id="{5D4228B2-F50E-C2E1-7A38-90FD5FFF8B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0" name="Oval 2">
            <a:extLst>
              <a:ext uri="{FF2B5EF4-FFF2-40B4-BE49-F238E27FC236}">
                <a16:creationId xmlns:a16="http://schemas.microsoft.com/office/drawing/2014/main" id="{7681047D-6FF5-8D79-A5B5-5B4B0F114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7191" name="Oval 3">
            <a:extLst>
              <a:ext uri="{FF2B5EF4-FFF2-40B4-BE49-F238E27FC236}">
                <a16:creationId xmlns:a16="http://schemas.microsoft.com/office/drawing/2014/main" id="{5474F87A-AF6C-0B5B-A09A-571D6B88B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7192" name="Oval 4">
            <a:extLst>
              <a:ext uri="{FF2B5EF4-FFF2-40B4-BE49-F238E27FC236}">
                <a16:creationId xmlns:a16="http://schemas.microsoft.com/office/drawing/2014/main" id="{CE4716C7-F8AD-0B93-9F5D-7B96CCC37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7193" name="Oval 5">
            <a:extLst>
              <a:ext uri="{FF2B5EF4-FFF2-40B4-BE49-F238E27FC236}">
                <a16:creationId xmlns:a16="http://schemas.microsoft.com/office/drawing/2014/main" id="{CDC99D63-0905-24A1-68F2-A2ADDE845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4876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7194" name="Oval 6">
            <a:extLst>
              <a:ext uri="{FF2B5EF4-FFF2-40B4-BE49-F238E27FC236}">
                <a16:creationId xmlns:a16="http://schemas.microsoft.com/office/drawing/2014/main" id="{9485F155-09E6-0DC2-6AC7-567B39307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4724400"/>
            <a:ext cx="838200" cy="838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7195" name="Line 7">
            <a:extLst>
              <a:ext uri="{FF2B5EF4-FFF2-40B4-BE49-F238E27FC236}">
                <a16:creationId xmlns:a16="http://schemas.microsoft.com/office/drawing/2014/main" id="{A800B326-64E8-E63D-6326-4B8F3BE93E15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6" name="Line 8">
            <a:extLst>
              <a:ext uri="{FF2B5EF4-FFF2-40B4-BE49-F238E27FC236}">
                <a16:creationId xmlns:a16="http://schemas.microsoft.com/office/drawing/2014/main" id="{1E2781C1-143F-3D7C-7FB2-0F1076EE4F3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7" name="Line 9">
            <a:extLst>
              <a:ext uri="{FF2B5EF4-FFF2-40B4-BE49-F238E27FC236}">
                <a16:creationId xmlns:a16="http://schemas.microsoft.com/office/drawing/2014/main" id="{814944A7-D139-7B43-7220-BCDCEF80A3A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8" name="Line 10">
            <a:extLst>
              <a:ext uri="{FF2B5EF4-FFF2-40B4-BE49-F238E27FC236}">
                <a16:creationId xmlns:a16="http://schemas.microsoft.com/office/drawing/2014/main" id="{55F267A2-7D33-2A34-BF05-3A00F6B7CA93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170" name="Object 11">
            <a:extLst>
              <a:ext uri="{FF2B5EF4-FFF2-40B4-BE49-F238E27FC236}">
                <a16:creationId xmlns:a16="http://schemas.microsoft.com/office/drawing/2014/main" id="{415949EF-BE4D-CEFF-DCE0-BDE7FEE739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7170" name="Object 11">
                        <a:extLst>
                          <a:ext uri="{FF2B5EF4-FFF2-40B4-BE49-F238E27FC236}">
                            <a16:creationId xmlns:a16="http://schemas.microsoft.com/office/drawing/2014/main" id="{415949EF-BE4D-CEFF-DCE0-BDE7FEE739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9" name="Oval 12">
            <a:extLst>
              <a:ext uri="{FF2B5EF4-FFF2-40B4-BE49-F238E27FC236}">
                <a16:creationId xmlns:a16="http://schemas.microsoft.com/office/drawing/2014/main" id="{DEAB09D9-8F00-15F1-3935-883F5C237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7171" name="Object 13">
            <a:extLst>
              <a:ext uri="{FF2B5EF4-FFF2-40B4-BE49-F238E27FC236}">
                <a16:creationId xmlns:a16="http://schemas.microsoft.com/office/drawing/2014/main" id="{A468285E-58F8-BA71-90D1-C7A311853A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81501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7171" name="Object 13">
                        <a:extLst>
                          <a:ext uri="{FF2B5EF4-FFF2-40B4-BE49-F238E27FC236}">
                            <a16:creationId xmlns:a16="http://schemas.microsoft.com/office/drawing/2014/main" id="{A468285E-58F8-BA71-90D1-C7A311853A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1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14">
            <a:extLst>
              <a:ext uri="{FF2B5EF4-FFF2-40B4-BE49-F238E27FC236}">
                <a16:creationId xmlns:a16="http://schemas.microsoft.com/office/drawing/2014/main" id="{FDF19D7F-DDEB-4B12-7964-4F6D6F0BE6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7172" name="Object 14">
                        <a:extLst>
                          <a:ext uri="{FF2B5EF4-FFF2-40B4-BE49-F238E27FC236}">
                            <a16:creationId xmlns:a16="http://schemas.microsoft.com/office/drawing/2014/main" id="{FDF19D7F-DDEB-4B12-7964-4F6D6F0BE6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15">
            <a:extLst>
              <a:ext uri="{FF2B5EF4-FFF2-40B4-BE49-F238E27FC236}">
                <a16:creationId xmlns:a16="http://schemas.microsoft.com/office/drawing/2014/main" id="{1376E7DC-BB6E-ECFF-AFA9-2FF0CA2466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69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7173" name="Object 15">
                        <a:extLst>
                          <a:ext uri="{FF2B5EF4-FFF2-40B4-BE49-F238E27FC236}">
                            <a16:creationId xmlns:a16="http://schemas.microsoft.com/office/drawing/2014/main" id="{1376E7DC-BB6E-ECFF-AFA9-2FF0CA2466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16">
            <a:extLst>
              <a:ext uri="{FF2B5EF4-FFF2-40B4-BE49-F238E27FC236}">
                <a16:creationId xmlns:a16="http://schemas.microsoft.com/office/drawing/2014/main" id="{3FCE58E7-080F-6F02-664E-1DBECE9B4E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05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100" imgH="469900" progId="Equation.3">
                  <p:embed/>
                </p:oleObj>
              </mc:Choice>
              <mc:Fallback>
                <p:oleObj name="Equation" r:id="rId10" imgW="419100" imgH="469900" progId="Equation.3">
                  <p:embed/>
                  <p:pic>
                    <p:nvPicPr>
                      <p:cNvPr id="7174" name="Object 16">
                        <a:extLst>
                          <a:ext uri="{FF2B5EF4-FFF2-40B4-BE49-F238E27FC236}">
                            <a16:creationId xmlns:a16="http://schemas.microsoft.com/office/drawing/2014/main" id="{3FCE58E7-080F-6F02-664E-1DBECE9B4E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00" name="Line 17">
            <a:extLst>
              <a:ext uri="{FF2B5EF4-FFF2-40B4-BE49-F238E27FC236}">
                <a16:creationId xmlns:a16="http://schemas.microsoft.com/office/drawing/2014/main" id="{9B7AD813-9FBE-3DBF-12BA-947CA6A6DD5F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175" name="Object 18">
            <a:extLst>
              <a:ext uri="{FF2B5EF4-FFF2-40B4-BE49-F238E27FC236}">
                <a16:creationId xmlns:a16="http://schemas.microsoft.com/office/drawing/2014/main" id="{286D25C7-0A79-1A1D-F7CC-142E697C37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7175" name="Object 18">
                        <a:extLst>
                          <a:ext uri="{FF2B5EF4-FFF2-40B4-BE49-F238E27FC236}">
                            <a16:creationId xmlns:a16="http://schemas.microsoft.com/office/drawing/2014/main" id="{286D25C7-0A79-1A1D-F7CC-142E697C37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6" name="Object 19">
            <a:extLst>
              <a:ext uri="{FF2B5EF4-FFF2-40B4-BE49-F238E27FC236}">
                <a16:creationId xmlns:a16="http://schemas.microsoft.com/office/drawing/2014/main" id="{AEB7A86F-5A07-1A50-346B-FADEF79EC0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7176" name="Object 19">
                        <a:extLst>
                          <a:ext uri="{FF2B5EF4-FFF2-40B4-BE49-F238E27FC236}">
                            <a16:creationId xmlns:a16="http://schemas.microsoft.com/office/drawing/2014/main" id="{AEB7A86F-5A07-1A50-346B-FADEF79EC0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7" name="Object 20">
            <a:extLst>
              <a:ext uri="{FF2B5EF4-FFF2-40B4-BE49-F238E27FC236}">
                <a16:creationId xmlns:a16="http://schemas.microsoft.com/office/drawing/2014/main" id="{CA27851A-387D-46E9-A694-71DE607C6E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7177" name="Object 20">
                        <a:extLst>
                          <a:ext uri="{FF2B5EF4-FFF2-40B4-BE49-F238E27FC236}">
                            <a16:creationId xmlns:a16="http://schemas.microsoft.com/office/drawing/2014/main" id="{CA27851A-387D-46E9-A694-71DE607C6E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8" name="Object 21">
            <a:extLst>
              <a:ext uri="{FF2B5EF4-FFF2-40B4-BE49-F238E27FC236}">
                <a16:creationId xmlns:a16="http://schemas.microsoft.com/office/drawing/2014/main" id="{DDDF2FB3-B064-7D7C-B1A9-095FBDE49B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7178" name="Object 21">
                        <a:extLst>
                          <a:ext uri="{FF2B5EF4-FFF2-40B4-BE49-F238E27FC236}">
                            <a16:creationId xmlns:a16="http://schemas.microsoft.com/office/drawing/2014/main" id="{DDDF2FB3-B064-7D7C-B1A9-095FBDE49B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01" name="Text Box 22">
            <a:extLst>
              <a:ext uri="{FF2B5EF4-FFF2-40B4-BE49-F238E27FC236}">
                <a16:creationId xmlns:a16="http://schemas.microsoft.com/office/drawing/2014/main" id="{52B771F8-9F96-A9A6-ABB2-1CB0806C76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5867400"/>
            <a:ext cx="14430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accept</a:t>
            </a:r>
          </a:p>
        </p:txBody>
      </p:sp>
      <p:sp>
        <p:nvSpPr>
          <p:cNvPr id="7202" name="Oval 23">
            <a:extLst>
              <a:ext uri="{FF2B5EF4-FFF2-40B4-BE49-F238E27FC236}">
                <a16:creationId xmlns:a16="http://schemas.microsoft.com/office/drawing/2014/main" id="{19C2A757-46AD-F68F-3ACC-BF301DF82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7179" name="Object 24">
            <a:extLst>
              <a:ext uri="{FF2B5EF4-FFF2-40B4-BE49-F238E27FC236}">
                <a16:creationId xmlns:a16="http://schemas.microsoft.com/office/drawing/2014/main" id="{5B4FC78D-1313-B7BC-E7CD-7797C6AFC0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08901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06224" imgH="469696" progId="Equation.3">
                  <p:embed/>
                </p:oleObj>
              </mc:Choice>
              <mc:Fallback>
                <p:oleObj name="Equation" r:id="rId17" imgW="406224" imgH="469696" progId="Equation.3">
                  <p:embed/>
                  <p:pic>
                    <p:nvPicPr>
                      <p:cNvPr id="7179" name="Object 24">
                        <a:extLst>
                          <a:ext uri="{FF2B5EF4-FFF2-40B4-BE49-F238E27FC236}">
                            <a16:creationId xmlns:a16="http://schemas.microsoft.com/office/drawing/2014/main" id="{5B4FC78D-1313-B7BC-E7CD-7797C6AFC0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1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0" name="Object 25">
            <a:extLst>
              <a:ext uri="{FF2B5EF4-FFF2-40B4-BE49-F238E27FC236}">
                <a16:creationId xmlns:a16="http://schemas.microsoft.com/office/drawing/2014/main" id="{CF36DE39-EBA6-F4F2-1658-54B02DFF11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1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7180" name="Object 25">
                        <a:extLst>
                          <a:ext uri="{FF2B5EF4-FFF2-40B4-BE49-F238E27FC236}">
                            <a16:creationId xmlns:a16="http://schemas.microsoft.com/office/drawing/2014/main" id="{CF36DE39-EBA6-F4F2-1658-54B02DFF11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1" name="Object 26">
            <a:extLst>
              <a:ext uri="{FF2B5EF4-FFF2-40B4-BE49-F238E27FC236}">
                <a16:creationId xmlns:a16="http://schemas.microsoft.com/office/drawing/2014/main" id="{D0AD501B-9813-3BE6-7225-3CE20C69BE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7181" name="Object 26">
                        <a:extLst>
                          <a:ext uri="{FF2B5EF4-FFF2-40B4-BE49-F238E27FC236}">
                            <a16:creationId xmlns:a16="http://schemas.microsoft.com/office/drawing/2014/main" id="{D0AD501B-9813-3BE6-7225-3CE20C69BE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2" name="Object 27">
            <a:extLst>
              <a:ext uri="{FF2B5EF4-FFF2-40B4-BE49-F238E27FC236}">
                <a16:creationId xmlns:a16="http://schemas.microsoft.com/office/drawing/2014/main" id="{BC97D182-4782-360A-12EB-78ABA6D9F7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79279" imgH="380835" progId="Equation.3">
                  <p:embed/>
                </p:oleObj>
              </mc:Choice>
              <mc:Fallback>
                <p:oleObj name="Equation" r:id="rId20" imgW="279279" imgH="380835" progId="Equation.3">
                  <p:embed/>
                  <p:pic>
                    <p:nvPicPr>
                      <p:cNvPr id="7182" name="Object 27">
                        <a:extLst>
                          <a:ext uri="{FF2B5EF4-FFF2-40B4-BE49-F238E27FC236}">
                            <a16:creationId xmlns:a16="http://schemas.microsoft.com/office/drawing/2014/main" id="{BC97D182-4782-360A-12EB-78ABA6D9F7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3" name="Object 28">
            <a:extLst>
              <a:ext uri="{FF2B5EF4-FFF2-40B4-BE49-F238E27FC236}">
                <a16:creationId xmlns:a16="http://schemas.microsoft.com/office/drawing/2014/main" id="{51CBEF75-1A07-EE60-C9FD-7EA29D0177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79279" imgH="380835" progId="Equation.3">
                  <p:embed/>
                </p:oleObj>
              </mc:Choice>
              <mc:Fallback>
                <p:oleObj name="Equation" r:id="rId20" imgW="279279" imgH="380835" progId="Equation.3">
                  <p:embed/>
                  <p:pic>
                    <p:nvPicPr>
                      <p:cNvPr id="7183" name="Object 28">
                        <a:extLst>
                          <a:ext uri="{FF2B5EF4-FFF2-40B4-BE49-F238E27FC236}">
                            <a16:creationId xmlns:a16="http://schemas.microsoft.com/office/drawing/2014/main" id="{51CBEF75-1A07-EE60-C9FD-7EA29D0177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03" name="Freeform 29">
            <a:extLst>
              <a:ext uri="{FF2B5EF4-FFF2-40B4-BE49-F238E27FC236}">
                <a16:creationId xmlns:a16="http://schemas.microsoft.com/office/drawing/2014/main" id="{D79CBEA5-E99B-524E-5B51-41AA1B42AC51}"/>
              </a:ext>
            </a:extLst>
          </p:cNvPr>
          <p:cNvSpPr>
            <a:spLocks/>
          </p:cNvSpPr>
          <p:nvPr/>
        </p:nvSpPr>
        <p:spPr bwMode="auto">
          <a:xfrm>
            <a:off x="7467600" y="2819400"/>
            <a:ext cx="660400" cy="850900"/>
          </a:xfrm>
          <a:custGeom>
            <a:avLst/>
            <a:gdLst>
              <a:gd name="T0" fmla="*/ 383063737 w 416"/>
              <a:gd name="T1" fmla="*/ 1350803532 h 536"/>
              <a:gd name="T2" fmla="*/ 20161250 w 416"/>
              <a:gd name="T3" fmla="*/ 504031219 h 536"/>
              <a:gd name="T4" fmla="*/ 504031301 w 416"/>
              <a:gd name="T5" fmla="*/ 20161247 h 536"/>
              <a:gd name="T6" fmla="*/ 987901357 w 416"/>
              <a:gd name="T7" fmla="*/ 383063675 h 536"/>
              <a:gd name="T8" fmla="*/ 866933892 w 416"/>
              <a:gd name="T9" fmla="*/ 1229836087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7184" name="Object 30">
            <a:extLst>
              <a:ext uri="{FF2B5EF4-FFF2-40B4-BE49-F238E27FC236}">
                <a16:creationId xmlns:a16="http://schemas.microsoft.com/office/drawing/2014/main" id="{ACFF1FA2-2489-CCB7-9631-1E175F271A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80301" y="23749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672808" imgH="444307" progId="Equation.3">
                  <p:embed/>
                </p:oleObj>
              </mc:Choice>
              <mc:Fallback>
                <p:oleObj name="Equation" r:id="rId21" imgW="672808" imgH="444307" progId="Equation.3">
                  <p:embed/>
                  <p:pic>
                    <p:nvPicPr>
                      <p:cNvPr id="7184" name="Object 30">
                        <a:extLst>
                          <a:ext uri="{FF2B5EF4-FFF2-40B4-BE49-F238E27FC236}">
                            <a16:creationId xmlns:a16="http://schemas.microsoft.com/office/drawing/2014/main" id="{ACFF1FA2-2489-CCB7-9631-1E175F271A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1" y="23749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04" name="Line 31">
            <a:extLst>
              <a:ext uri="{FF2B5EF4-FFF2-40B4-BE49-F238E27FC236}">
                <a16:creationId xmlns:a16="http://schemas.microsoft.com/office/drawing/2014/main" id="{17B31F1B-98B2-D6B5-0248-976929A00F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39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05" name="Freeform 32">
            <a:extLst>
              <a:ext uri="{FF2B5EF4-FFF2-40B4-BE49-F238E27FC236}">
                <a16:creationId xmlns:a16="http://schemas.microsoft.com/office/drawing/2014/main" id="{0B12E80D-1940-7508-53BE-4570263537B5}"/>
              </a:ext>
            </a:extLst>
          </p:cNvPr>
          <p:cNvSpPr>
            <a:spLocks/>
          </p:cNvSpPr>
          <p:nvPr/>
        </p:nvSpPr>
        <p:spPr bwMode="auto">
          <a:xfrm>
            <a:off x="5943600" y="3962400"/>
            <a:ext cx="1752600" cy="990600"/>
          </a:xfrm>
          <a:custGeom>
            <a:avLst/>
            <a:gdLst>
              <a:gd name="T0" fmla="*/ 0 w 1104"/>
              <a:gd name="T1" fmla="*/ 1572577282 h 624"/>
              <a:gd name="T2" fmla="*/ 1088707415 w 1104"/>
              <a:gd name="T3" fmla="*/ 483870009 h 624"/>
              <a:gd name="T4" fmla="*/ 2147483647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7206" name="Freeform 33">
            <a:extLst>
              <a:ext uri="{FF2B5EF4-FFF2-40B4-BE49-F238E27FC236}">
                <a16:creationId xmlns:a16="http://schemas.microsoft.com/office/drawing/2014/main" id="{0906DF91-CDA9-0F77-2FB4-CC7DA8FB4623}"/>
              </a:ext>
            </a:extLst>
          </p:cNvPr>
          <p:cNvSpPr>
            <a:spLocks/>
          </p:cNvSpPr>
          <p:nvPr/>
        </p:nvSpPr>
        <p:spPr bwMode="auto">
          <a:xfrm>
            <a:off x="4648200" y="3771900"/>
            <a:ext cx="2971800" cy="1181100"/>
          </a:xfrm>
          <a:custGeom>
            <a:avLst/>
            <a:gdLst>
              <a:gd name="T0" fmla="*/ 0 w 1872"/>
              <a:gd name="T1" fmla="*/ 1874996428 h 744"/>
              <a:gd name="T2" fmla="*/ 1814512820 w 1872"/>
              <a:gd name="T3" fmla="*/ 302418750 h 744"/>
              <a:gd name="T4" fmla="*/ 2147483647 w 1872"/>
              <a:gd name="T5" fmla="*/ 60483755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7207" name="Freeform 34">
            <a:extLst>
              <a:ext uri="{FF2B5EF4-FFF2-40B4-BE49-F238E27FC236}">
                <a16:creationId xmlns:a16="http://schemas.microsoft.com/office/drawing/2014/main" id="{833CBDC3-1937-84FE-78B9-D59EBAF20578}"/>
              </a:ext>
            </a:extLst>
          </p:cNvPr>
          <p:cNvSpPr>
            <a:spLocks/>
          </p:cNvSpPr>
          <p:nvPr/>
        </p:nvSpPr>
        <p:spPr bwMode="auto">
          <a:xfrm>
            <a:off x="3352800" y="3149600"/>
            <a:ext cx="4343400" cy="1803400"/>
          </a:xfrm>
          <a:custGeom>
            <a:avLst/>
            <a:gdLst>
              <a:gd name="T0" fmla="*/ 0 w 2736"/>
              <a:gd name="T1" fmla="*/ 2147483647 h 1136"/>
              <a:gd name="T2" fmla="*/ 1814512646 w 2736"/>
              <a:gd name="T3" fmla="*/ 322579961 h 1136"/>
              <a:gd name="T4" fmla="*/ 2147483647 w 2736"/>
              <a:gd name="T5" fmla="*/ 927417498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7208" name="Rectangle 35">
            <a:extLst>
              <a:ext uri="{FF2B5EF4-FFF2-40B4-BE49-F238E27FC236}">
                <a16:creationId xmlns:a16="http://schemas.microsoft.com/office/drawing/2014/main" id="{B9E95F0A-D628-D041-9B41-81B60084C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7209" name="Line 36">
            <a:extLst>
              <a:ext uri="{FF2B5EF4-FFF2-40B4-BE49-F238E27FC236}">
                <a16:creationId xmlns:a16="http://schemas.microsoft.com/office/drawing/2014/main" id="{0E0AB252-44F5-52C6-FA5B-3D2B2E20FC52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10" name="Line 37">
            <a:extLst>
              <a:ext uri="{FF2B5EF4-FFF2-40B4-BE49-F238E27FC236}">
                <a16:creationId xmlns:a16="http://schemas.microsoft.com/office/drawing/2014/main" id="{989EED6A-14E2-2B5A-BC90-7413B46B2CE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11" name="Line 38">
            <a:extLst>
              <a:ext uri="{FF2B5EF4-FFF2-40B4-BE49-F238E27FC236}">
                <a16:creationId xmlns:a16="http://schemas.microsoft.com/office/drawing/2014/main" id="{5AD4ABE8-AB26-9896-131B-EFCC1B61B83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12" name="Line 39">
            <a:extLst>
              <a:ext uri="{FF2B5EF4-FFF2-40B4-BE49-F238E27FC236}">
                <a16:creationId xmlns:a16="http://schemas.microsoft.com/office/drawing/2014/main" id="{F6B14ADE-BAAE-61FC-0148-AEC74E8ECAB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185" name="Object 40">
            <a:extLst>
              <a:ext uri="{FF2B5EF4-FFF2-40B4-BE49-F238E27FC236}">
                <a16:creationId xmlns:a16="http://schemas.microsoft.com/office/drawing/2014/main" id="{43C95956-457F-261F-F1CE-F170F10A54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66584" imgH="279279" progId="Equation.3">
                  <p:embed/>
                </p:oleObj>
              </mc:Choice>
              <mc:Fallback>
                <p:oleObj name="Equation" r:id="rId23" imgW="266584" imgH="279279" progId="Equation.3">
                  <p:embed/>
                  <p:pic>
                    <p:nvPicPr>
                      <p:cNvPr id="7185" name="Object 40">
                        <a:extLst>
                          <a:ext uri="{FF2B5EF4-FFF2-40B4-BE49-F238E27FC236}">
                            <a16:creationId xmlns:a16="http://schemas.microsoft.com/office/drawing/2014/main" id="{43C95956-457F-261F-F1CE-F170F10A54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6" name="Object 41">
            <a:extLst>
              <a:ext uri="{FF2B5EF4-FFF2-40B4-BE49-F238E27FC236}">
                <a16:creationId xmlns:a16="http://schemas.microsoft.com/office/drawing/2014/main" id="{0C396D09-A697-61B6-4CB5-C49BCA0675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79279" imgH="380835" progId="Equation.3">
                  <p:embed/>
                </p:oleObj>
              </mc:Choice>
              <mc:Fallback>
                <p:oleObj name="Equation" r:id="rId24" imgW="279279" imgH="380835" progId="Equation.3">
                  <p:embed/>
                  <p:pic>
                    <p:nvPicPr>
                      <p:cNvPr id="7186" name="Object 41">
                        <a:extLst>
                          <a:ext uri="{FF2B5EF4-FFF2-40B4-BE49-F238E27FC236}">
                            <a16:creationId xmlns:a16="http://schemas.microsoft.com/office/drawing/2014/main" id="{0C396D09-A697-61B6-4CB5-C49BCA0675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7" name="Object 42">
            <a:extLst>
              <a:ext uri="{FF2B5EF4-FFF2-40B4-BE49-F238E27FC236}">
                <a16:creationId xmlns:a16="http://schemas.microsoft.com/office/drawing/2014/main" id="{FFBB8896-AF13-8C6F-330D-B5F674C99B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79279" imgH="380835" progId="Equation.3">
                  <p:embed/>
                </p:oleObj>
              </mc:Choice>
              <mc:Fallback>
                <p:oleObj name="Equation" r:id="rId24" imgW="279279" imgH="380835" progId="Equation.3">
                  <p:embed/>
                  <p:pic>
                    <p:nvPicPr>
                      <p:cNvPr id="7187" name="Object 42">
                        <a:extLst>
                          <a:ext uri="{FF2B5EF4-FFF2-40B4-BE49-F238E27FC236}">
                            <a16:creationId xmlns:a16="http://schemas.microsoft.com/office/drawing/2014/main" id="{FFBB8896-AF13-8C6F-330D-B5F674C99B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8" name="Object 43">
            <a:extLst>
              <a:ext uri="{FF2B5EF4-FFF2-40B4-BE49-F238E27FC236}">
                <a16:creationId xmlns:a16="http://schemas.microsoft.com/office/drawing/2014/main" id="{2447B73D-F73C-66D8-193D-E129C31B05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66584" imgH="279279" progId="Equation.3">
                  <p:embed/>
                </p:oleObj>
              </mc:Choice>
              <mc:Fallback>
                <p:oleObj name="Equation" r:id="rId25" imgW="266584" imgH="279279" progId="Equation.3">
                  <p:embed/>
                  <p:pic>
                    <p:nvPicPr>
                      <p:cNvPr id="7188" name="Object 43">
                        <a:extLst>
                          <a:ext uri="{FF2B5EF4-FFF2-40B4-BE49-F238E27FC236}">
                            <a16:creationId xmlns:a16="http://schemas.microsoft.com/office/drawing/2014/main" id="{2447B73D-F73C-66D8-193D-E129C31B05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13" name="Line 44">
            <a:extLst>
              <a:ext uri="{FF2B5EF4-FFF2-40B4-BE49-F238E27FC236}">
                <a16:creationId xmlns:a16="http://schemas.microsoft.com/office/drawing/2014/main" id="{D18E3BCE-E19D-1429-050E-F2EAB88C306E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3400" y="5638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14" name="Line 45">
            <a:extLst>
              <a:ext uri="{FF2B5EF4-FFF2-40B4-BE49-F238E27FC236}">
                <a16:creationId xmlns:a16="http://schemas.microsoft.com/office/drawing/2014/main" id="{8E490F0A-E1CC-7334-15FF-EB1AC87995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215" name="Group 46">
            <a:extLst>
              <a:ext uri="{FF2B5EF4-FFF2-40B4-BE49-F238E27FC236}">
                <a16:creationId xmlns:a16="http://schemas.microsoft.com/office/drawing/2014/main" id="{EEEC817A-35B7-C832-750A-FB2BE97BE575}"/>
              </a:ext>
            </a:extLst>
          </p:cNvPr>
          <p:cNvGrpSpPr>
            <a:grpSpLocks/>
          </p:cNvGrpSpPr>
          <p:nvPr/>
        </p:nvGrpSpPr>
        <p:grpSpPr bwMode="auto">
          <a:xfrm>
            <a:off x="8077201" y="4114800"/>
            <a:ext cx="900113" cy="609600"/>
            <a:chOff x="4224" y="1824"/>
            <a:chExt cx="567" cy="384"/>
          </a:xfrm>
        </p:grpSpPr>
        <p:graphicFrame>
          <p:nvGraphicFramePr>
            <p:cNvPr id="7189" name="Object 47">
              <a:extLst>
                <a:ext uri="{FF2B5EF4-FFF2-40B4-BE49-F238E27FC236}">
                  <a16:creationId xmlns:a16="http://schemas.microsoft.com/office/drawing/2014/main" id="{B40DAEE4-000F-4988-694B-1EC16FE2866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672808" imgH="444307" progId="Equation.3">
                    <p:embed/>
                  </p:oleObj>
                </mc:Choice>
                <mc:Fallback>
                  <p:oleObj name="Equation" r:id="rId26" imgW="672808" imgH="444307" progId="Equation.3">
                    <p:embed/>
                    <p:pic>
                      <p:nvPicPr>
                        <p:cNvPr id="7189" name="Object 47">
                          <a:extLst>
                            <a:ext uri="{FF2B5EF4-FFF2-40B4-BE49-F238E27FC236}">
                              <a16:creationId xmlns:a16="http://schemas.microsoft.com/office/drawing/2014/main" id="{B40DAEE4-000F-4988-694B-1EC16FE2866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17" name="Line 48">
              <a:extLst>
                <a:ext uri="{FF2B5EF4-FFF2-40B4-BE49-F238E27FC236}">
                  <a16:creationId xmlns:a16="http://schemas.microsoft.com/office/drawing/2014/main" id="{CF829CDE-0829-04EB-C862-0072F72011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216" name="Text Box 49">
            <a:extLst>
              <a:ext uri="{FF2B5EF4-FFF2-40B4-BE49-F238E27FC236}">
                <a16:creationId xmlns:a16="http://schemas.microsoft.com/office/drawing/2014/main" id="{16C0B96D-FED2-C330-CFC7-E1850AF78C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0"/>
            <a:ext cx="3048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Input finished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3" name="Rectangle 2">
            <a:extLst>
              <a:ext uri="{FF2B5EF4-FFF2-40B4-BE49-F238E27FC236}">
                <a16:creationId xmlns:a16="http://schemas.microsoft.com/office/drawing/2014/main" id="{474BCAF4-0FFC-82BB-6E43-C9AB464805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0" y="0"/>
            <a:ext cx="88392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/>
              <a:t>Rejection</a:t>
            </a:r>
          </a:p>
        </p:txBody>
      </p:sp>
      <p:sp>
        <p:nvSpPr>
          <p:cNvPr id="8214" name="Rectangle 3">
            <a:extLst>
              <a:ext uri="{FF2B5EF4-FFF2-40B4-BE49-F238E27FC236}">
                <a16:creationId xmlns:a16="http://schemas.microsoft.com/office/drawing/2014/main" id="{6BCA1E3B-2C9A-F3FE-5B28-98AE50F5FB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 </a:t>
            </a:r>
          </a:p>
        </p:txBody>
      </p:sp>
      <p:sp>
        <p:nvSpPr>
          <p:cNvPr id="8215" name="Oval 4">
            <a:extLst>
              <a:ext uri="{FF2B5EF4-FFF2-40B4-BE49-F238E27FC236}">
                <a16:creationId xmlns:a16="http://schemas.microsoft.com/office/drawing/2014/main" id="{E373B1B2-7A14-6529-2EF2-6B3F9B6B7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876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8216" name="Oval 5">
            <a:extLst>
              <a:ext uri="{FF2B5EF4-FFF2-40B4-BE49-F238E27FC236}">
                <a16:creationId xmlns:a16="http://schemas.microsoft.com/office/drawing/2014/main" id="{7B88076F-FACB-67E5-4A8B-E281D67D1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8217" name="Oval 6">
            <a:extLst>
              <a:ext uri="{FF2B5EF4-FFF2-40B4-BE49-F238E27FC236}">
                <a16:creationId xmlns:a16="http://schemas.microsoft.com/office/drawing/2014/main" id="{30A55A59-FE01-5DE4-E1AA-25BD84B1A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8218" name="Oval 7">
            <a:extLst>
              <a:ext uri="{FF2B5EF4-FFF2-40B4-BE49-F238E27FC236}">
                <a16:creationId xmlns:a16="http://schemas.microsoft.com/office/drawing/2014/main" id="{DB795C81-AEAB-DEF5-4D46-98972ED0A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8219" name="Oval 8">
            <a:extLst>
              <a:ext uri="{FF2B5EF4-FFF2-40B4-BE49-F238E27FC236}">
                <a16:creationId xmlns:a16="http://schemas.microsoft.com/office/drawing/2014/main" id="{A5270702-0883-5E29-D41A-0DFDE495B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8220" name="Line 9">
            <a:extLst>
              <a:ext uri="{FF2B5EF4-FFF2-40B4-BE49-F238E27FC236}">
                <a16:creationId xmlns:a16="http://schemas.microsoft.com/office/drawing/2014/main" id="{4FE49F2C-2AC3-EF82-7482-52C35D18F92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51816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21" name="Line 10">
            <a:extLst>
              <a:ext uri="{FF2B5EF4-FFF2-40B4-BE49-F238E27FC236}">
                <a16:creationId xmlns:a16="http://schemas.microsoft.com/office/drawing/2014/main" id="{AE65DDA7-7ECD-CEF4-5781-DB50CAE8F614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22" name="Line 11">
            <a:extLst>
              <a:ext uri="{FF2B5EF4-FFF2-40B4-BE49-F238E27FC236}">
                <a16:creationId xmlns:a16="http://schemas.microsoft.com/office/drawing/2014/main" id="{2234554A-FC35-E3F6-EFA3-5FE34E3D55B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23" name="Line 12">
            <a:extLst>
              <a:ext uri="{FF2B5EF4-FFF2-40B4-BE49-F238E27FC236}">
                <a16:creationId xmlns:a16="http://schemas.microsoft.com/office/drawing/2014/main" id="{3B0A6A7E-94B8-38B7-6621-6917C713E1A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24" name="Oval 14">
            <a:extLst>
              <a:ext uri="{FF2B5EF4-FFF2-40B4-BE49-F238E27FC236}">
                <a16:creationId xmlns:a16="http://schemas.microsoft.com/office/drawing/2014/main" id="{B69748B8-9A6E-5B15-9EE9-E37438A00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8194" name="Object 15">
            <a:extLst>
              <a:ext uri="{FF2B5EF4-FFF2-40B4-BE49-F238E27FC236}">
                <a16:creationId xmlns:a16="http://schemas.microsoft.com/office/drawing/2014/main" id="{FB4DD058-AE58-FE65-A524-11F6F151BD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81501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2751" imgH="469696" progId="Equation.3">
                  <p:embed/>
                </p:oleObj>
              </mc:Choice>
              <mc:Fallback>
                <p:oleObj name="Equation" r:id="rId2" imgW="342751" imgH="469696" progId="Equation.3">
                  <p:embed/>
                  <p:pic>
                    <p:nvPicPr>
                      <p:cNvPr id="8194" name="Object 15">
                        <a:extLst>
                          <a:ext uri="{FF2B5EF4-FFF2-40B4-BE49-F238E27FC236}">
                            <a16:creationId xmlns:a16="http://schemas.microsoft.com/office/drawing/2014/main" id="{FB4DD058-AE58-FE65-A524-11F6F151BD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1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16">
            <a:extLst>
              <a:ext uri="{FF2B5EF4-FFF2-40B4-BE49-F238E27FC236}">
                <a16:creationId xmlns:a16="http://schemas.microsoft.com/office/drawing/2014/main" id="{21D575C9-4887-060D-0907-099652882A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3529" imgH="469696" progId="Equation.3">
                  <p:embed/>
                </p:oleObj>
              </mc:Choice>
              <mc:Fallback>
                <p:oleObj name="Equation" r:id="rId4" imgW="393529" imgH="469696" progId="Equation.3">
                  <p:embed/>
                  <p:pic>
                    <p:nvPicPr>
                      <p:cNvPr id="8195" name="Object 16">
                        <a:extLst>
                          <a:ext uri="{FF2B5EF4-FFF2-40B4-BE49-F238E27FC236}">
                            <a16:creationId xmlns:a16="http://schemas.microsoft.com/office/drawing/2014/main" id="{21D575C9-4887-060D-0907-099652882A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17">
            <a:extLst>
              <a:ext uri="{FF2B5EF4-FFF2-40B4-BE49-F238E27FC236}">
                <a16:creationId xmlns:a16="http://schemas.microsoft.com/office/drawing/2014/main" id="{4B108585-C74B-BCED-95A7-94BE6FEBB1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69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8196" name="Object 17">
                        <a:extLst>
                          <a:ext uri="{FF2B5EF4-FFF2-40B4-BE49-F238E27FC236}">
                            <a16:creationId xmlns:a16="http://schemas.microsoft.com/office/drawing/2014/main" id="{4B108585-C74B-BCED-95A7-94BE6FEBB1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18">
            <a:extLst>
              <a:ext uri="{FF2B5EF4-FFF2-40B4-BE49-F238E27FC236}">
                <a16:creationId xmlns:a16="http://schemas.microsoft.com/office/drawing/2014/main" id="{80C071E8-D697-0ABC-CCCC-C3EA81A5EF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05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100" imgH="469900" progId="Equation.3">
                  <p:embed/>
                </p:oleObj>
              </mc:Choice>
              <mc:Fallback>
                <p:oleObj name="Equation" r:id="rId8" imgW="419100" imgH="469900" progId="Equation.3">
                  <p:embed/>
                  <p:pic>
                    <p:nvPicPr>
                      <p:cNvPr id="8197" name="Object 18">
                        <a:extLst>
                          <a:ext uri="{FF2B5EF4-FFF2-40B4-BE49-F238E27FC236}">
                            <a16:creationId xmlns:a16="http://schemas.microsoft.com/office/drawing/2014/main" id="{80C071E8-D697-0ABC-CCCC-C3EA81A5EF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5" name="Line 19">
            <a:extLst>
              <a:ext uri="{FF2B5EF4-FFF2-40B4-BE49-F238E27FC236}">
                <a16:creationId xmlns:a16="http://schemas.microsoft.com/office/drawing/2014/main" id="{D554DB04-265F-F9E8-ADB9-728FA38050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8198" name="Object 20">
            <a:extLst>
              <a:ext uri="{FF2B5EF4-FFF2-40B4-BE49-F238E27FC236}">
                <a16:creationId xmlns:a16="http://schemas.microsoft.com/office/drawing/2014/main" id="{974197F1-76A2-76E6-C6C3-B2990D931C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584" imgH="279279" progId="Equation.3">
                  <p:embed/>
                </p:oleObj>
              </mc:Choice>
              <mc:Fallback>
                <p:oleObj name="Equation" r:id="rId10" imgW="266584" imgH="279279" progId="Equation.3">
                  <p:embed/>
                  <p:pic>
                    <p:nvPicPr>
                      <p:cNvPr id="8198" name="Object 20">
                        <a:extLst>
                          <a:ext uri="{FF2B5EF4-FFF2-40B4-BE49-F238E27FC236}">
                            <a16:creationId xmlns:a16="http://schemas.microsoft.com/office/drawing/2014/main" id="{974197F1-76A2-76E6-C6C3-B2990D931C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9" name="Object 21">
            <a:extLst>
              <a:ext uri="{FF2B5EF4-FFF2-40B4-BE49-F238E27FC236}">
                <a16:creationId xmlns:a16="http://schemas.microsoft.com/office/drawing/2014/main" id="{A34B9198-61FB-EAEA-45E2-5F50A3A26A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9279" imgH="380835" progId="Equation.3">
                  <p:embed/>
                </p:oleObj>
              </mc:Choice>
              <mc:Fallback>
                <p:oleObj name="Equation" r:id="rId12" imgW="279279" imgH="380835" progId="Equation.3">
                  <p:embed/>
                  <p:pic>
                    <p:nvPicPr>
                      <p:cNvPr id="8199" name="Object 21">
                        <a:extLst>
                          <a:ext uri="{FF2B5EF4-FFF2-40B4-BE49-F238E27FC236}">
                            <a16:creationId xmlns:a16="http://schemas.microsoft.com/office/drawing/2014/main" id="{A34B9198-61FB-EAEA-45E2-5F50A3A26A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0" name="Object 22">
            <a:extLst>
              <a:ext uri="{FF2B5EF4-FFF2-40B4-BE49-F238E27FC236}">
                <a16:creationId xmlns:a16="http://schemas.microsoft.com/office/drawing/2014/main" id="{7FD02491-0229-181C-07CD-214A78453A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8200" name="Object 22">
                        <a:extLst>
                          <a:ext uri="{FF2B5EF4-FFF2-40B4-BE49-F238E27FC236}">
                            <a16:creationId xmlns:a16="http://schemas.microsoft.com/office/drawing/2014/main" id="{7FD02491-0229-181C-07CD-214A78453A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1" name="Object 23">
            <a:extLst>
              <a:ext uri="{FF2B5EF4-FFF2-40B4-BE49-F238E27FC236}">
                <a16:creationId xmlns:a16="http://schemas.microsoft.com/office/drawing/2014/main" id="{CD9DA6B2-E16C-4FC0-76FB-C97A9E9DB1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8201" name="Object 23">
                        <a:extLst>
                          <a:ext uri="{FF2B5EF4-FFF2-40B4-BE49-F238E27FC236}">
                            <a16:creationId xmlns:a16="http://schemas.microsoft.com/office/drawing/2014/main" id="{CD9DA6B2-E16C-4FC0-76FB-C97A9E9DB1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6" name="Oval 25">
            <a:extLst>
              <a:ext uri="{FF2B5EF4-FFF2-40B4-BE49-F238E27FC236}">
                <a16:creationId xmlns:a16="http://schemas.microsoft.com/office/drawing/2014/main" id="{4C96F56E-2FCA-0963-F241-580393AB6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8202" name="Object 26">
            <a:extLst>
              <a:ext uri="{FF2B5EF4-FFF2-40B4-BE49-F238E27FC236}">
                <a16:creationId xmlns:a16="http://schemas.microsoft.com/office/drawing/2014/main" id="{338E211E-C2C9-92F8-91C7-4CD0948145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08901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06224" imgH="469696" progId="Equation.3">
                  <p:embed/>
                </p:oleObj>
              </mc:Choice>
              <mc:Fallback>
                <p:oleObj name="Equation" r:id="rId16" imgW="406224" imgH="469696" progId="Equation.3">
                  <p:embed/>
                  <p:pic>
                    <p:nvPicPr>
                      <p:cNvPr id="8202" name="Object 26">
                        <a:extLst>
                          <a:ext uri="{FF2B5EF4-FFF2-40B4-BE49-F238E27FC236}">
                            <a16:creationId xmlns:a16="http://schemas.microsoft.com/office/drawing/2014/main" id="{338E211E-C2C9-92F8-91C7-4CD0948145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1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3" name="Object 27">
            <a:extLst>
              <a:ext uri="{FF2B5EF4-FFF2-40B4-BE49-F238E27FC236}">
                <a16:creationId xmlns:a16="http://schemas.microsoft.com/office/drawing/2014/main" id="{DE0EDF81-9C4C-A368-2BDE-F0D9233CF8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1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8203" name="Object 27">
                        <a:extLst>
                          <a:ext uri="{FF2B5EF4-FFF2-40B4-BE49-F238E27FC236}">
                            <a16:creationId xmlns:a16="http://schemas.microsoft.com/office/drawing/2014/main" id="{DE0EDF81-9C4C-A368-2BDE-F0D9233CF8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4" name="Object 28">
            <a:extLst>
              <a:ext uri="{FF2B5EF4-FFF2-40B4-BE49-F238E27FC236}">
                <a16:creationId xmlns:a16="http://schemas.microsoft.com/office/drawing/2014/main" id="{B84B5CE0-DCE2-3BA1-EDA8-4DEA7F065E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8204" name="Object 28">
                        <a:extLst>
                          <a:ext uri="{FF2B5EF4-FFF2-40B4-BE49-F238E27FC236}">
                            <a16:creationId xmlns:a16="http://schemas.microsoft.com/office/drawing/2014/main" id="{B84B5CE0-DCE2-3BA1-EDA8-4DEA7F065E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5" name="Object 29">
            <a:extLst>
              <a:ext uri="{FF2B5EF4-FFF2-40B4-BE49-F238E27FC236}">
                <a16:creationId xmlns:a16="http://schemas.microsoft.com/office/drawing/2014/main" id="{893D137C-7A6F-07E6-F31A-3E0C68357B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79279" imgH="380835" progId="Equation.3">
                  <p:embed/>
                </p:oleObj>
              </mc:Choice>
              <mc:Fallback>
                <p:oleObj name="Equation" r:id="rId19" imgW="279279" imgH="380835" progId="Equation.3">
                  <p:embed/>
                  <p:pic>
                    <p:nvPicPr>
                      <p:cNvPr id="8205" name="Object 29">
                        <a:extLst>
                          <a:ext uri="{FF2B5EF4-FFF2-40B4-BE49-F238E27FC236}">
                            <a16:creationId xmlns:a16="http://schemas.microsoft.com/office/drawing/2014/main" id="{893D137C-7A6F-07E6-F31A-3E0C68357B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6" name="Object 30">
            <a:extLst>
              <a:ext uri="{FF2B5EF4-FFF2-40B4-BE49-F238E27FC236}">
                <a16:creationId xmlns:a16="http://schemas.microsoft.com/office/drawing/2014/main" id="{244E2D4F-D7B9-0662-0ECE-3EC76CB28E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79279" imgH="380835" progId="Equation.3">
                  <p:embed/>
                </p:oleObj>
              </mc:Choice>
              <mc:Fallback>
                <p:oleObj name="Equation" r:id="rId19" imgW="279279" imgH="380835" progId="Equation.3">
                  <p:embed/>
                  <p:pic>
                    <p:nvPicPr>
                      <p:cNvPr id="8206" name="Object 30">
                        <a:extLst>
                          <a:ext uri="{FF2B5EF4-FFF2-40B4-BE49-F238E27FC236}">
                            <a16:creationId xmlns:a16="http://schemas.microsoft.com/office/drawing/2014/main" id="{244E2D4F-D7B9-0662-0ECE-3EC76CB28E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7" name="Freeform 31">
            <a:extLst>
              <a:ext uri="{FF2B5EF4-FFF2-40B4-BE49-F238E27FC236}">
                <a16:creationId xmlns:a16="http://schemas.microsoft.com/office/drawing/2014/main" id="{FC052FA7-D53D-4E13-351B-1BC46F9C02E3}"/>
              </a:ext>
            </a:extLst>
          </p:cNvPr>
          <p:cNvSpPr>
            <a:spLocks/>
          </p:cNvSpPr>
          <p:nvPr/>
        </p:nvSpPr>
        <p:spPr bwMode="auto">
          <a:xfrm>
            <a:off x="7467600" y="2819400"/>
            <a:ext cx="660400" cy="850900"/>
          </a:xfrm>
          <a:custGeom>
            <a:avLst/>
            <a:gdLst>
              <a:gd name="T0" fmla="*/ 383063737 w 416"/>
              <a:gd name="T1" fmla="*/ 1350803532 h 536"/>
              <a:gd name="T2" fmla="*/ 20161250 w 416"/>
              <a:gd name="T3" fmla="*/ 504031219 h 536"/>
              <a:gd name="T4" fmla="*/ 504031301 w 416"/>
              <a:gd name="T5" fmla="*/ 20161247 h 536"/>
              <a:gd name="T6" fmla="*/ 987901357 w 416"/>
              <a:gd name="T7" fmla="*/ 383063675 h 536"/>
              <a:gd name="T8" fmla="*/ 866933892 w 416"/>
              <a:gd name="T9" fmla="*/ 1229836087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8207" name="Object 32">
            <a:extLst>
              <a:ext uri="{FF2B5EF4-FFF2-40B4-BE49-F238E27FC236}">
                <a16:creationId xmlns:a16="http://schemas.microsoft.com/office/drawing/2014/main" id="{BD39B08E-8D70-1999-B534-E4D66AFA5B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80301" y="23749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72808" imgH="444307" progId="Equation.3">
                  <p:embed/>
                </p:oleObj>
              </mc:Choice>
              <mc:Fallback>
                <p:oleObj name="Equation" r:id="rId20" imgW="672808" imgH="444307" progId="Equation.3">
                  <p:embed/>
                  <p:pic>
                    <p:nvPicPr>
                      <p:cNvPr id="8207" name="Object 32">
                        <a:extLst>
                          <a:ext uri="{FF2B5EF4-FFF2-40B4-BE49-F238E27FC236}">
                            <a16:creationId xmlns:a16="http://schemas.microsoft.com/office/drawing/2014/main" id="{BD39B08E-8D70-1999-B534-E4D66AFA5B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1" y="23749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8" name="Line 33">
            <a:extLst>
              <a:ext uri="{FF2B5EF4-FFF2-40B4-BE49-F238E27FC236}">
                <a16:creationId xmlns:a16="http://schemas.microsoft.com/office/drawing/2014/main" id="{4E82ED58-1D17-8EEC-0DB4-DC02D321034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39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29" name="Freeform 34">
            <a:extLst>
              <a:ext uri="{FF2B5EF4-FFF2-40B4-BE49-F238E27FC236}">
                <a16:creationId xmlns:a16="http://schemas.microsoft.com/office/drawing/2014/main" id="{46889E36-46A1-739F-E9D5-E67CCF693D73}"/>
              </a:ext>
            </a:extLst>
          </p:cNvPr>
          <p:cNvSpPr>
            <a:spLocks/>
          </p:cNvSpPr>
          <p:nvPr/>
        </p:nvSpPr>
        <p:spPr bwMode="auto">
          <a:xfrm>
            <a:off x="5943600" y="3962400"/>
            <a:ext cx="1752600" cy="990600"/>
          </a:xfrm>
          <a:custGeom>
            <a:avLst/>
            <a:gdLst>
              <a:gd name="T0" fmla="*/ 0 w 1104"/>
              <a:gd name="T1" fmla="*/ 1572577282 h 624"/>
              <a:gd name="T2" fmla="*/ 1088707415 w 1104"/>
              <a:gd name="T3" fmla="*/ 483870009 h 624"/>
              <a:gd name="T4" fmla="*/ 2147483647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8230" name="Freeform 35">
            <a:extLst>
              <a:ext uri="{FF2B5EF4-FFF2-40B4-BE49-F238E27FC236}">
                <a16:creationId xmlns:a16="http://schemas.microsoft.com/office/drawing/2014/main" id="{69D9465E-F9B0-25A9-F0D1-F1B393C8299A}"/>
              </a:ext>
            </a:extLst>
          </p:cNvPr>
          <p:cNvSpPr>
            <a:spLocks/>
          </p:cNvSpPr>
          <p:nvPr/>
        </p:nvSpPr>
        <p:spPr bwMode="auto">
          <a:xfrm>
            <a:off x="4648200" y="3771900"/>
            <a:ext cx="2971800" cy="1181100"/>
          </a:xfrm>
          <a:custGeom>
            <a:avLst/>
            <a:gdLst>
              <a:gd name="T0" fmla="*/ 0 w 1872"/>
              <a:gd name="T1" fmla="*/ 1874996428 h 744"/>
              <a:gd name="T2" fmla="*/ 1814512820 w 1872"/>
              <a:gd name="T3" fmla="*/ 302418750 h 744"/>
              <a:gd name="T4" fmla="*/ 2147483647 w 1872"/>
              <a:gd name="T5" fmla="*/ 60483755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8231" name="Freeform 36">
            <a:extLst>
              <a:ext uri="{FF2B5EF4-FFF2-40B4-BE49-F238E27FC236}">
                <a16:creationId xmlns:a16="http://schemas.microsoft.com/office/drawing/2014/main" id="{90C5C80E-96F9-489C-150A-3A4C23863475}"/>
              </a:ext>
            </a:extLst>
          </p:cNvPr>
          <p:cNvSpPr>
            <a:spLocks/>
          </p:cNvSpPr>
          <p:nvPr/>
        </p:nvSpPr>
        <p:spPr bwMode="auto">
          <a:xfrm>
            <a:off x="3352800" y="3149600"/>
            <a:ext cx="4343400" cy="1803400"/>
          </a:xfrm>
          <a:custGeom>
            <a:avLst/>
            <a:gdLst>
              <a:gd name="T0" fmla="*/ 0 w 2736"/>
              <a:gd name="T1" fmla="*/ 2147483647 h 1136"/>
              <a:gd name="T2" fmla="*/ 1814512646 w 2736"/>
              <a:gd name="T3" fmla="*/ 322579961 h 1136"/>
              <a:gd name="T4" fmla="*/ 2147483647 w 2736"/>
              <a:gd name="T5" fmla="*/ 927417498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8232" name="Rectangle 38">
            <a:extLst>
              <a:ext uri="{FF2B5EF4-FFF2-40B4-BE49-F238E27FC236}">
                <a16:creationId xmlns:a16="http://schemas.microsoft.com/office/drawing/2014/main" id="{D49A387A-3BC8-8FBE-470A-A3658A26D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8233" name="Line 39">
            <a:extLst>
              <a:ext uri="{FF2B5EF4-FFF2-40B4-BE49-F238E27FC236}">
                <a16:creationId xmlns:a16="http://schemas.microsoft.com/office/drawing/2014/main" id="{3C6FE3B6-42CD-FFA1-A38D-0F00D1C86340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34" name="Line 40">
            <a:extLst>
              <a:ext uri="{FF2B5EF4-FFF2-40B4-BE49-F238E27FC236}">
                <a16:creationId xmlns:a16="http://schemas.microsoft.com/office/drawing/2014/main" id="{93311891-453E-E5D9-B81B-C5C3D11576A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35" name="Line 41">
            <a:extLst>
              <a:ext uri="{FF2B5EF4-FFF2-40B4-BE49-F238E27FC236}">
                <a16:creationId xmlns:a16="http://schemas.microsoft.com/office/drawing/2014/main" id="{6A90D318-16AD-56B2-0955-9074F50EE5E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8208" name="Object 43">
            <a:extLst>
              <a:ext uri="{FF2B5EF4-FFF2-40B4-BE49-F238E27FC236}">
                <a16:creationId xmlns:a16="http://schemas.microsoft.com/office/drawing/2014/main" id="{E91EF7EC-61FE-6933-4F07-AAC767AF97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66584" imgH="279279" progId="Equation.3">
                  <p:embed/>
                </p:oleObj>
              </mc:Choice>
              <mc:Fallback>
                <p:oleObj name="Equation" r:id="rId22" imgW="266584" imgH="279279" progId="Equation.3">
                  <p:embed/>
                  <p:pic>
                    <p:nvPicPr>
                      <p:cNvPr id="8208" name="Object 43">
                        <a:extLst>
                          <a:ext uri="{FF2B5EF4-FFF2-40B4-BE49-F238E27FC236}">
                            <a16:creationId xmlns:a16="http://schemas.microsoft.com/office/drawing/2014/main" id="{E91EF7EC-61FE-6933-4F07-AAC767AF97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9" name="Object 44">
            <a:extLst>
              <a:ext uri="{FF2B5EF4-FFF2-40B4-BE49-F238E27FC236}">
                <a16:creationId xmlns:a16="http://schemas.microsoft.com/office/drawing/2014/main" id="{EC8D0C67-1B82-1889-798D-3F262F8326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79279" imgH="380835" progId="Equation.3">
                  <p:embed/>
                </p:oleObj>
              </mc:Choice>
              <mc:Fallback>
                <p:oleObj name="Equation" r:id="rId23" imgW="279279" imgH="380835" progId="Equation.3">
                  <p:embed/>
                  <p:pic>
                    <p:nvPicPr>
                      <p:cNvPr id="8209" name="Object 44">
                        <a:extLst>
                          <a:ext uri="{FF2B5EF4-FFF2-40B4-BE49-F238E27FC236}">
                            <a16:creationId xmlns:a16="http://schemas.microsoft.com/office/drawing/2014/main" id="{EC8D0C67-1B82-1889-798D-3F262F8326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0" name="Object 45">
            <a:extLst>
              <a:ext uri="{FF2B5EF4-FFF2-40B4-BE49-F238E27FC236}">
                <a16:creationId xmlns:a16="http://schemas.microsoft.com/office/drawing/2014/main" id="{3B9BD6C0-8F4E-6D4D-C7EF-E425DC8ACA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5351" y="1498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66584" imgH="279279" progId="Equation.3">
                  <p:embed/>
                </p:oleObj>
              </mc:Choice>
              <mc:Fallback>
                <p:oleObj name="Equation" r:id="rId24" imgW="266584" imgH="279279" progId="Equation.3">
                  <p:embed/>
                  <p:pic>
                    <p:nvPicPr>
                      <p:cNvPr id="8210" name="Object 45">
                        <a:extLst>
                          <a:ext uri="{FF2B5EF4-FFF2-40B4-BE49-F238E27FC236}">
                            <a16:creationId xmlns:a16="http://schemas.microsoft.com/office/drawing/2014/main" id="{3B9BD6C0-8F4E-6D4D-C7EF-E425DC8ACA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5351" y="1498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36" name="Line 47">
            <a:extLst>
              <a:ext uri="{FF2B5EF4-FFF2-40B4-BE49-F238E27FC236}">
                <a16:creationId xmlns:a16="http://schemas.microsoft.com/office/drawing/2014/main" id="{58B39FC3-928C-0023-9C6E-828BA786A8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37" name="Line 50">
            <a:extLst>
              <a:ext uri="{FF2B5EF4-FFF2-40B4-BE49-F238E27FC236}">
                <a16:creationId xmlns:a16="http://schemas.microsoft.com/office/drawing/2014/main" id="{D05BD732-DB66-AD82-CF4E-1E1581F555FF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238" name="Group 51">
            <a:extLst>
              <a:ext uri="{FF2B5EF4-FFF2-40B4-BE49-F238E27FC236}">
                <a16:creationId xmlns:a16="http://schemas.microsoft.com/office/drawing/2014/main" id="{31074F9B-7AD2-DE78-53A3-4C893468DEA5}"/>
              </a:ext>
            </a:extLst>
          </p:cNvPr>
          <p:cNvGrpSpPr>
            <a:grpSpLocks/>
          </p:cNvGrpSpPr>
          <p:nvPr/>
        </p:nvGrpSpPr>
        <p:grpSpPr bwMode="auto">
          <a:xfrm>
            <a:off x="8077201" y="4114800"/>
            <a:ext cx="900113" cy="609600"/>
            <a:chOff x="4224" y="1824"/>
            <a:chExt cx="567" cy="384"/>
          </a:xfrm>
        </p:grpSpPr>
        <p:graphicFrame>
          <p:nvGraphicFramePr>
            <p:cNvPr id="8212" name="Object 52">
              <a:extLst>
                <a:ext uri="{FF2B5EF4-FFF2-40B4-BE49-F238E27FC236}">
                  <a16:creationId xmlns:a16="http://schemas.microsoft.com/office/drawing/2014/main" id="{FC56328E-93A3-DCF8-DF85-27AEC960C65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672808" imgH="444307" progId="Equation.3">
                    <p:embed/>
                  </p:oleObj>
                </mc:Choice>
                <mc:Fallback>
                  <p:oleObj name="Equation" r:id="rId25" imgW="672808" imgH="444307" progId="Equation.3">
                    <p:embed/>
                    <p:pic>
                      <p:nvPicPr>
                        <p:cNvPr id="8212" name="Object 52">
                          <a:extLst>
                            <a:ext uri="{FF2B5EF4-FFF2-40B4-BE49-F238E27FC236}">
                              <a16:creationId xmlns:a16="http://schemas.microsoft.com/office/drawing/2014/main" id="{FC56328E-93A3-DCF8-DF85-27AEC960C65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39" name="Line 53">
              <a:extLst>
                <a:ext uri="{FF2B5EF4-FFF2-40B4-BE49-F238E27FC236}">
                  <a16:creationId xmlns:a16="http://schemas.microsoft.com/office/drawing/2014/main" id="{927026E1-699E-B999-DEB1-07B6C9947B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8211" name="Object 55">
            <a:extLst>
              <a:ext uri="{FF2B5EF4-FFF2-40B4-BE49-F238E27FC236}">
                <a16:creationId xmlns:a16="http://schemas.microsoft.com/office/drawing/2014/main" id="{9907349F-08DB-35A5-0FF9-188E392A2B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419100" imgH="469900" progId="Equation.3">
                  <p:embed/>
                </p:oleObj>
              </mc:Choice>
              <mc:Fallback>
                <p:oleObj name="Equation" r:id="rId26" imgW="419100" imgH="469900" progId="Equation.3">
                  <p:embed/>
                  <p:pic>
                    <p:nvPicPr>
                      <p:cNvPr id="8211" name="Object 55">
                        <a:extLst>
                          <a:ext uri="{FF2B5EF4-FFF2-40B4-BE49-F238E27FC236}">
                            <a16:creationId xmlns:a16="http://schemas.microsoft.com/office/drawing/2014/main" id="{9907349F-08DB-35A5-0FF9-188E392A2B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8" name="Rectangle 3">
            <a:extLst>
              <a:ext uri="{FF2B5EF4-FFF2-40B4-BE49-F238E27FC236}">
                <a16:creationId xmlns:a16="http://schemas.microsoft.com/office/drawing/2014/main" id="{035CFF54-3E7E-ECBE-7958-BC9FBD5D27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 </a:t>
            </a:r>
          </a:p>
        </p:txBody>
      </p:sp>
      <p:sp>
        <p:nvSpPr>
          <p:cNvPr id="9239" name="Oval 4">
            <a:extLst>
              <a:ext uri="{FF2B5EF4-FFF2-40B4-BE49-F238E27FC236}">
                <a16:creationId xmlns:a16="http://schemas.microsoft.com/office/drawing/2014/main" id="{F8500CF0-6DF0-F62E-2C8A-520482939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9240" name="Oval 5">
            <a:extLst>
              <a:ext uri="{FF2B5EF4-FFF2-40B4-BE49-F238E27FC236}">
                <a16:creationId xmlns:a16="http://schemas.microsoft.com/office/drawing/2014/main" id="{AE007237-F42C-25B2-9014-EA124146E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9241" name="Oval 6">
            <a:extLst>
              <a:ext uri="{FF2B5EF4-FFF2-40B4-BE49-F238E27FC236}">
                <a16:creationId xmlns:a16="http://schemas.microsoft.com/office/drawing/2014/main" id="{2BD6FC1C-B555-D162-E6F4-7771B497A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9242" name="Oval 7">
            <a:extLst>
              <a:ext uri="{FF2B5EF4-FFF2-40B4-BE49-F238E27FC236}">
                <a16:creationId xmlns:a16="http://schemas.microsoft.com/office/drawing/2014/main" id="{BCB89CBF-0589-9964-257E-0E0664395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9243" name="Oval 8">
            <a:extLst>
              <a:ext uri="{FF2B5EF4-FFF2-40B4-BE49-F238E27FC236}">
                <a16:creationId xmlns:a16="http://schemas.microsoft.com/office/drawing/2014/main" id="{93274594-2D0A-3079-9B4F-A6619315D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9244" name="Line 9">
            <a:extLst>
              <a:ext uri="{FF2B5EF4-FFF2-40B4-BE49-F238E27FC236}">
                <a16:creationId xmlns:a16="http://schemas.microsoft.com/office/drawing/2014/main" id="{1DB1D9C1-DD46-DFDE-3FED-F57C71AA1434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45" name="Line 10">
            <a:extLst>
              <a:ext uri="{FF2B5EF4-FFF2-40B4-BE49-F238E27FC236}">
                <a16:creationId xmlns:a16="http://schemas.microsoft.com/office/drawing/2014/main" id="{0D48A22E-2E99-3E88-D8CA-156BAC26535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46" name="Line 11">
            <a:extLst>
              <a:ext uri="{FF2B5EF4-FFF2-40B4-BE49-F238E27FC236}">
                <a16:creationId xmlns:a16="http://schemas.microsoft.com/office/drawing/2014/main" id="{94EEEBA8-0BCF-97B0-6C67-C3E6C94C6B2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47" name="Line 12">
            <a:extLst>
              <a:ext uri="{FF2B5EF4-FFF2-40B4-BE49-F238E27FC236}">
                <a16:creationId xmlns:a16="http://schemas.microsoft.com/office/drawing/2014/main" id="{8C78AF7D-FBAE-852D-E0A8-AD06F849A22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218" name="Object 13">
            <a:extLst>
              <a:ext uri="{FF2B5EF4-FFF2-40B4-BE49-F238E27FC236}">
                <a16:creationId xmlns:a16="http://schemas.microsoft.com/office/drawing/2014/main" id="{9ACC9BBA-A2C0-F4BE-77AF-8EFF8B5F64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9218" name="Object 13">
                        <a:extLst>
                          <a:ext uri="{FF2B5EF4-FFF2-40B4-BE49-F238E27FC236}">
                            <a16:creationId xmlns:a16="http://schemas.microsoft.com/office/drawing/2014/main" id="{9ACC9BBA-A2C0-F4BE-77AF-8EFF8B5F64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8" name="Oval 14">
            <a:extLst>
              <a:ext uri="{FF2B5EF4-FFF2-40B4-BE49-F238E27FC236}">
                <a16:creationId xmlns:a16="http://schemas.microsoft.com/office/drawing/2014/main" id="{FA7D4D8D-5C3C-C6CC-1812-C5DDE211D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876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9219" name="Object 15">
            <a:extLst>
              <a:ext uri="{FF2B5EF4-FFF2-40B4-BE49-F238E27FC236}">
                <a16:creationId xmlns:a16="http://schemas.microsoft.com/office/drawing/2014/main" id="{1E869975-DE0D-42CA-AB63-DF46612BE9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81501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9219" name="Object 15">
                        <a:extLst>
                          <a:ext uri="{FF2B5EF4-FFF2-40B4-BE49-F238E27FC236}">
                            <a16:creationId xmlns:a16="http://schemas.microsoft.com/office/drawing/2014/main" id="{1E869975-DE0D-42CA-AB63-DF46612BE9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1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16">
            <a:extLst>
              <a:ext uri="{FF2B5EF4-FFF2-40B4-BE49-F238E27FC236}">
                <a16:creationId xmlns:a16="http://schemas.microsoft.com/office/drawing/2014/main" id="{B748D91B-B6F1-0C0E-4150-C466811FD7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9220" name="Object 16">
                        <a:extLst>
                          <a:ext uri="{FF2B5EF4-FFF2-40B4-BE49-F238E27FC236}">
                            <a16:creationId xmlns:a16="http://schemas.microsoft.com/office/drawing/2014/main" id="{B748D91B-B6F1-0C0E-4150-C466811FD7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17">
            <a:extLst>
              <a:ext uri="{FF2B5EF4-FFF2-40B4-BE49-F238E27FC236}">
                <a16:creationId xmlns:a16="http://schemas.microsoft.com/office/drawing/2014/main" id="{8A9C1EEA-86D2-2F4F-3C23-7D73A30900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69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9221" name="Object 17">
                        <a:extLst>
                          <a:ext uri="{FF2B5EF4-FFF2-40B4-BE49-F238E27FC236}">
                            <a16:creationId xmlns:a16="http://schemas.microsoft.com/office/drawing/2014/main" id="{8A9C1EEA-86D2-2F4F-3C23-7D73A30900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Object 18">
            <a:extLst>
              <a:ext uri="{FF2B5EF4-FFF2-40B4-BE49-F238E27FC236}">
                <a16:creationId xmlns:a16="http://schemas.microsoft.com/office/drawing/2014/main" id="{505E6C4E-ACB6-D7D0-8201-35C6D8E31E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05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100" imgH="469900" progId="Equation.3">
                  <p:embed/>
                </p:oleObj>
              </mc:Choice>
              <mc:Fallback>
                <p:oleObj name="Equation" r:id="rId10" imgW="419100" imgH="469900" progId="Equation.3">
                  <p:embed/>
                  <p:pic>
                    <p:nvPicPr>
                      <p:cNvPr id="9222" name="Object 18">
                        <a:extLst>
                          <a:ext uri="{FF2B5EF4-FFF2-40B4-BE49-F238E27FC236}">
                            <a16:creationId xmlns:a16="http://schemas.microsoft.com/office/drawing/2014/main" id="{505E6C4E-ACB6-D7D0-8201-35C6D8E31E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9" name="Line 19">
            <a:extLst>
              <a:ext uri="{FF2B5EF4-FFF2-40B4-BE49-F238E27FC236}">
                <a16:creationId xmlns:a16="http://schemas.microsoft.com/office/drawing/2014/main" id="{96B304EB-2CEB-A613-722A-2E1D9D0D3B7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51816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223" name="Object 20">
            <a:extLst>
              <a:ext uri="{FF2B5EF4-FFF2-40B4-BE49-F238E27FC236}">
                <a16:creationId xmlns:a16="http://schemas.microsoft.com/office/drawing/2014/main" id="{421638B0-3EB7-53E2-23B7-8819F35164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9223" name="Object 20">
                        <a:extLst>
                          <a:ext uri="{FF2B5EF4-FFF2-40B4-BE49-F238E27FC236}">
                            <a16:creationId xmlns:a16="http://schemas.microsoft.com/office/drawing/2014/main" id="{421638B0-3EB7-53E2-23B7-8819F35164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4" name="Object 21">
            <a:extLst>
              <a:ext uri="{FF2B5EF4-FFF2-40B4-BE49-F238E27FC236}">
                <a16:creationId xmlns:a16="http://schemas.microsoft.com/office/drawing/2014/main" id="{3877C3F1-38F8-85BB-47EF-353301791B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9224" name="Object 21">
                        <a:extLst>
                          <a:ext uri="{FF2B5EF4-FFF2-40B4-BE49-F238E27FC236}">
                            <a16:creationId xmlns:a16="http://schemas.microsoft.com/office/drawing/2014/main" id="{3877C3F1-38F8-85BB-47EF-353301791B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5" name="Object 22">
            <a:extLst>
              <a:ext uri="{FF2B5EF4-FFF2-40B4-BE49-F238E27FC236}">
                <a16:creationId xmlns:a16="http://schemas.microsoft.com/office/drawing/2014/main" id="{C80AB27B-0CDD-71C4-4C81-5848EF0844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9225" name="Object 22">
                        <a:extLst>
                          <a:ext uri="{FF2B5EF4-FFF2-40B4-BE49-F238E27FC236}">
                            <a16:creationId xmlns:a16="http://schemas.microsoft.com/office/drawing/2014/main" id="{C80AB27B-0CDD-71C4-4C81-5848EF0844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" name="Object 23">
            <a:extLst>
              <a:ext uri="{FF2B5EF4-FFF2-40B4-BE49-F238E27FC236}">
                <a16:creationId xmlns:a16="http://schemas.microsoft.com/office/drawing/2014/main" id="{11D59BF0-827C-C3A3-9A8A-919B751ED2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9226" name="Object 23">
                        <a:extLst>
                          <a:ext uri="{FF2B5EF4-FFF2-40B4-BE49-F238E27FC236}">
                            <a16:creationId xmlns:a16="http://schemas.microsoft.com/office/drawing/2014/main" id="{11D59BF0-827C-C3A3-9A8A-919B751ED2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50" name="Oval 25">
            <a:extLst>
              <a:ext uri="{FF2B5EF4-FFF2-40B4-BE49-F238E27FC236}">
                <a16:creationId xmlns:a16="http://schemas.microsoft.com/office/drawing/2014/main" id="{5A74244B-B8C1-56C7-E057-BCD8EBC72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9227" name="Object 26">
            <a:extLst>
              <a:ext uri="{FF2B5EF4-FFF2-40B4-BE49-F238E27FC236}">
                <a16:creationId xmlns:a16="http://schemas.microsoft.com/office/drawing/2014/main" id="{F1A16BD5-5967-89BD-D574-2D7BD2F559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08901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06224" imgH="469696" progId="Equation.3">
                  <p:embed/>
                </p:oleObj>
              </mc:Choice>
              <mc:Fallback>
                <p:oleObj name="Equation" r:id="rId18" imgW="406224" imgH="469696" progId="Equation.3">
                  <p:embed/>
                  <p:pic>
                    <p:nvPicPr>
                      <p:cNvPr id="9227" name="Object 26">
                        <a:extLst>
                          <a:ext uri="{FF2B5EF4-FFF2-40B4-BE49-F238E27FC236}">
                            <a16:creationId xmlns:a16="http://schemas.microsoft.com/office/drawing/2014/main" id="{F1A16BD5-5967-89BD-D574-2D7BD2F559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1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8" name="Object 27">
            <a:extLst>
              <a:ext uri="{FF2B5EF4-FFF2-40B4-BE49-F238E27FC236}">
                <a16:creationId xmlns:a16="http://schemas.microsoft.com/office/drawing/2014/main" id="{7D9B02B2-D930-EDB2-84E3-3B67A11B93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1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6584" imgH="279279" progId="Equation.3">
                  <p:embed/>
                </p:oleObj>
              </mc:Choice>
              <mc:Fallback>
                <p:oleObj name="Equation" r:id="rId20" imgW="266584" imgH="279279" progId="Equation.3">
                  <p:embed/>
                  <p:pic>
                    <p:nvPicPr>
                      <p:cNvPr id="9228" name="Object 27">
                        <a:extLst>
                          <a:ext uri="{FF2B5EF4-FFF2-40B4-BE49-F238E27FC236}">
                            <a16:creationId xmlns:a16="http://schemas.microsoft.com/office/drawing/2014/main" id="{7D9B02B2-D930-EDB2-84E3-3B67A11B93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9" name="Object 28">
            <a:extLst>
              <a:ext uri="{FF2B5EF4-FFF2-40B4-BE49-F238E27FC236}">
                <a16:creationId xmlns:a16="http://schemas.microsoft.com/office/drawing/2014/main" id="{14A3B731-36A2-4FE9-E854-23012FE286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9229" name="Object 28">
                        <a:extLst>
                          <a:ext uri="{FF2B5EF4-FFF2-40B4-BE49-F238E27FC236}">
                            <a16:creationId xmlns:a16="http://schemas.microsoft.com/office/drawing/2014/main" id="{14A3B731-36A2-4FE9-E854-23012FE286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0" name="Object 29">
            <a:extLst>
              <a:ext uri="{FF2B5EF4-FFF2-40B4-BE49-F238E27FC236}">
                <a16:creationId xmlns:a16="http://schemas.microsoft.com/office/drawing/2014/main" id="{4FC88111-2CA2-7472-476E-A7B0224AB1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279" imgH="380835" progId="Equation.3">
                  <p:embed/>
                </p:oleObj>
              </mc:Choice>
              <mc:Fallback>
                <p:oleObj name="Equation" r:id="rId22" imgW="279279" imgH="380835" progId="Equation.3">
                  <p:embed/>
                  <p:pic>
                    <p:nvPicPr>
                      <p:cNvPr id="9230" name="Object 29">
                        <a:extLst>
                          <a:ext uri="{FF2B5EF4-FFF2-40B4-BE49-F238E27FC236}">
                            <a16:creationId xmlns:a16="http://schemas.microsoft.com/office/drawing/2014/main" id="{4FC88111-2CA2-7472-476E-A7B0224AB1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1" name="Object 30">
            <a:extLst>
              <a:ext uri="{FF2B5EF4-FFF2-40B4-BE49-F238E27FC236}">
                <a16:creationId xmlns:a16="http://schemas.microsoft.com/office/drawing/2014/main" id="{FA2D8A25-E848-D4A4-8BBE-5920F8F598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279" imgH="380835" progId="Equation.3">
                  <p:embed/>
                </p:oleObj>
              </mc:Choice>
              <mc:Fallback>
                <p:oleObj name="Equation" r:id="rId22" imgW="279279" imgH="380835" progId="Equation.3">
                  <p:embed/>
                  <p:pic>
                    <p:nvPicPr>
                      <p:cNvPr id="9231" name="Object 30">
                        <a:extLst>
                          <a:ext uri="{FF2B5EF4-FFF2-40B4-BE49-F238E27FC236}">
                            <a16:creationId xmlns:a16="http://schemas.microsoft.com/office/drawing/2014/main" id="{FA2D8A25-E848-D4A4-8BBE-5920F8F598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51" name="Freeform 31">
            <a:extLst>
              <a:ext uri="{FF2B5EF4-FFF2-40B4-BE49-F238E27FC236}">
                <a16:creationId xmlns:a16="http://schemas.microsoft.com/office/drawing/2014/main" id="{5E224661-291F-E6F3-9EB6-CF0F420128BD}"/>
              </a:ext>
            </a:extLst>
          </p:cNvPr>
          <p:cNvSpPr>
            <a:spLocks/>
          </p:cNvSpPr>
          <p:nvPr/>
        </p:nvSpPr>
        <p:spPr bwMode="auto">
          <a:xfrm>
            <a:off x="7467600" y="2819400"/>
            <a:ext cx="660400" cy="850900"/>
          </a:xfrm>
          <a:custGeom>
            <a:avLst/>
            <a:gdLst>
              <a:gd name="T0" fmla="*/ 383063737 w 416"/>
              <a:gd name="T1" fmla="*/ 1350803532 h 536"/>
              <a:gd name="T2" fmla="*/ 20161250 w 416"/>
              <a:gd name="T3" fmla="*/ 504031219 h 536"/>
              <a:gd name="T4" fmla="*/ 504031301 w 416"/>
              <a:gd name="T5" fmla="*/ 20161247 h 536"/>
              <a:gd name="T6" fmla="*/ 987901357 w 416"/>
              <a:gd name="T7" fmla="*/ 383063675 h 536"/>
              <a:gd name="T8" fmla="*/ 866933892 w 416"/>
              <a:gd name="T9" fmla="*/ 1229836087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9232" name="Object 32">
            <a:extLst>
              <a:ext uri="{FF2B5EF4-FFF2-40B4-BE49-F238E27FC236}">
                <a16:creationId xmlns:a16="http://schemas.microsoft.com/office/drawing/2014/main" id="{389EDC89-0D1D-029A-B3CE-42C689489F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80301" y="23749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672808" imgH="444307" progId="Equation.3">
                  <p:embed/>
                </p:oleObj>
              </mc:Choice>
              <mc:Fallback>
                <p:oleObj name="Equation" r:id="rId23" imgW="672808" imgH="444307" progId="Equation.3">
                  <p:embed/>
                  <p:pic>
                    <p:nvPicPr>
                      <p:cNvPr id="9232" name="Object 32">
                        <a:extLst>
                          <a:ext uri="{FF2B5EF4-FFF2-40B4-BE49-F238E27FC236}">
                            <a16:creationId xmlns:a16="http://schemas.microsoft.com/office/drawing/2014/main" id="{389EDC89-0D1D-029A-B3CE-42C689489F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1" y="23749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52" name="Line 33">
            <a:extLst>
              <a:ext uri="{FF2B5EF4-FFF2-40B4-BE49-F238E27FC236}">
                <a16:creationId xmlns:a16="http://schemas.microsoft.com/office/drawing/2014/main" id="{D2D8EC24-F4D5-7CC2-51D0-C025B780A8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39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53" name="Freeform 34">
            <a:extLst>
              <a:ext uri="{FF2B5EF4-FFF2-40B4-BE49-F238E27FC236}">
                <a16:creationId xmlns:a16="http://schemas.microsoft.com/office/drawing/2014/main" id="{0FED2AE0-A0BB-FD33-80F0-402E3C39C46D}"/>
              </a:ext>
            </a:extLst>
          </p:cNvPr>
          <p:cNvSpPr>
            <a:spLocks/>
          </p:cNvSpPr>
          <p:nvPr/>
        </p:nvSpPr>
        <p:spPr bwMode="auto">
          <a:xfrm>
            <a:off x="5943600" y="3962400"/>
            <a:ext cx="1752600" cy="990600"/>
          </a:xfrm>
          <a:custGeom>
            <a:avLst/>
            <a:gdLst>
              <a:gd name="T0" fmla="*/ 0 w 1104"/>
              <a:gd name="T1" fmla="*/ 1572577282 h 624"/>
              <a:gd name="T2" fmla="*/ 1088707415 w 1104"/>
              <a:gd name="T3" fmla="*/ 483870009 h 624"/>
              <a:gd name="T4" fmla="*/ 2147483647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9254" name="Freeform 35">
            <a:extLst>
              <a:ext uri="{FF2B5EF4-FFF2-40B4-BE49-F238E27FC236}">
                <a16:creationId xmlns:a16="http://schemas.microsoft.com/office/drawing/2014/main" id="{6D131438-99E5-D27C-12CB-9B7FD4D4A6E8}"/>
              </a:ext>
            </a:extLst>
          </p:cNvPr>
          <p:cNvSpPr>
            <a:spLocks/>
          </p:cNvSpPr>
          <p:nvPr/>
        </p:nvSpPr>
        <p:spPr bwMode="auto">
          <a:xfrm>
            <a:off x="4648200" y="3771900"/>
            <a:ext cx="2971800" cy="1181100"/>
          </a:xfrm>
          <a:custGeom>
            <a:avLst/>
            <a:gdLst>
              <a:gd name="T0" fmla="*/ 0 w 1872"/>
              <a:gd name="T1" fmla="*/ 1874996428 h 744"/>
              <a:gd name="T2" fmla="*/ 1814512820 w 1872"/>
              <a:gd name="T3" fmla="*/ 302418750 h 744"/>
              <a:gd name="T4" fmla="*/ 2147483647 w 1872"/>
              <a:gd name="T5" fmla="*/ 60483755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9255" name="Freeform 36">
            <a:extLst>
              <a:ext uri="{FF2B5EF4-FFF2-40B4-BE49-F238E27FC236}">
                <a16:creationId xmlns:a16="http://schemas.microsoft.com/office/drawing/2014/main" id="{E9D2E385-6361-27CF-60DA-5DA162F49FC1}"/>
              </a:ext>
            </a:extLst>
          </p:cNvPr>
          <p:cNvSpPr>
            <a:spLocks/>
          </p:cNvSpPr>
          <p:nvPr/>
        </p:nvSpPr>
        <p:spPr bwMode="auto">
          <a:xfrm>
            <a:off x="3352800" y="3149600"/>
            <a:ext cx="4343400" cy="1803400"/>
          </a:xfrm>
          <a:custGeom>
            <a:avLst/>
            <a:gdLst>
              <a:gd name="T0" fmla="*/ 0 w 2736"/>
              <a:gd name="T1" fmla="*/ 2147483647 h 1136"/>
              <a:gd name="T2" fmla="*/ 1814512646 w 2736"/>
              <a:gd name="T3" fmla="*/ 322579961 h 1136"/>
              <a:gd name="T4" fmla="*/ 2147483647 w 2736"/>
              <a:gd name="T5" fmla="*/ 927417498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9256" name="Rectangle 38">
            <a:extLst>
              <a:ext uri="{FF2B5EF4-FFF2-40B4-BE49-F238E27FC236}">
                <a16:creationId xmlns:a16="http://schemas.microsoft.com/office/drawing/2014/main" id="{61E47B0A-CBAF-E92A-1FF7-10ADA2675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9257" name="Line 39">
            <a:extLst>
              <a:ext uri="{FF2B5EF4-FFF2-40B4-BE49-F238E27FC236}">
                <a16:creationId xmlns:a16="http://schemas.microsoft.com/office/drawing/2014/main" id="{BFE9F33E-919B-DE39-C7EE-9F82BEAD443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58" name="Line 40">
            <a:extLst>
              <a:ext uri="{FF2B5EF4-FFF2-40B4-BE49-F238E27FC236}">
                <a16:creationId xmlns:a16="http://schemas.microsoft.com/office/drawing/2014/main" id="{0147E737-6262-ABE0-4698-5685324090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59" name="Line 41">
            <a:extLst>
              <a:ext uri="{FF2B5EF4-FFF2-40B4-BE49-F238E27FC236}">
                <a16:creationId xmlns:a16="http://schemas.microsoft.com/office/drawing/2014/main" id="{02268A73-0AA7-FB9F-A119-28FDD50D5C8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233" name="Object 42">
            <a:extLst>
              <a:ext uri="{FF2B5EF4-FFF2-40B4-BE49-F238E27FC236}">
                <a16:creationId xmlns:a16="http://schemas.microsoft.com/office/drawing/2014/main" id="{726A4E17-F26D-B278-2CAA-F46D8EA4B3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66584" imgH="279279" progId="Equation.3">
                  <p:embed/>
                </p:oleObj>
              </mc:Choice>
              <mc:Fallback>
                <p:oleObj name="Equation" r:id="rId25" imgW="266584" imgH="279279" progId="Equation.3">
                  <p:embed/>
                  <p:pic>
                    <p:nvPicPr>
                      <p:cNvPr id="9233" name="Object 42">
                        <a:extLst>
                          <a:ext uri="{FF2B5EF4-FFF2-40B4-BE49-F238E27FC236}">
                            <a16:creationId xmlns:a16="http://schemas.microsoft.com/office/drawing/2014/main" id="{726A4E17-F26D-B278-2CAA-F46D8EA4B3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4" name="Object 43">
            <a:extLst>
              <a:ext uri="{FF2B5EF4-FFF2-40B4-BE49-F238E27FC236}">
                <a16:creationId xmlns:a16="http://schemas.microsoft.com/office/drawing/2014/main" id="{5CAB7F85-2D01-6544-90B0-0E53C25654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79279" imgH="380835" progId="Equation.3">
                  <p:embed/>
                </p:oleObj>
              </mc:Choice>
              <mc:Fallback>
                <p:oleObj name="Equation" r:id="rId26" imgW="279279" imgH="380835" progId="Equation.3">
                  <p:embed/>
                  <p:pic>
                    <p:nvPicPr>
                      <p:cNvPr id="9234" name="Object 43">
                        <a:extLst>
                          <a:ext uri="{FF2B5EF4-FFF2-40B4-BE49-F238E27FC236}">
                            <a16:creationId xmlns:a16="http://schemas.microsoft.com/office/drawing/2014/main" id="{5CAB7F85-2D01-6544-90B0-0E53C25654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5" name="Object 44">
            <a:extLst>
              <a:ext uri="{FF2B5EF4-FFF2-40B4-BE49-F238E27FC236}">
                <a16:creationId xmlns:a16="http://schemas.microsoft.com/office/drawing/2014/main" id="{2CD3EB6A-25A9-D778-D728-9C1E79E9FA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5351" y="1498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66584" imgH="279279" progId="Equation.3">
                  <p:embed/>
                </p:oleObj>
              </mc:Choice>
              <mc:Fallback>
                <p:oleObj name="Equation" r:id="rId27" imgW="266584" imgH="279279" progId="Equation.3">
                  <p:embed/>
                  <p:pic>
                    <p:nvPicPr>
                      <p:cNvPr id="9235" name="Object 44">
                        <a:extLst>
                          <a:ext uri="{FF2B5EF4-FFF2-40B4-BE49-F238E27FC236}">
                            <a16:creationId xmlns:a16="http://schemas.microsoft.com/office/drawing/2014/main" id="{2CD3EB6A-25A9-D778-D728-9C1E79E9FA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5351" y="1498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60" name="Line 45">
            <a:extLst>
              <a:ext uri="{FF2B5EF4-FFF2-40B4-BE49-F238E27FC236}">
                <a16:creationId xmlns:a16="http://schemas.microsoft.com/office/drawing/2014/main" id="{3B28143B-A3CB-1FE4-4261-D1686010D9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61" name="Line 48">
            <a:extLst>
              <a:ext uri="{FF2B5EF4-FFF2-40B4-BE49-F238E27FC236}">
                <a16:creationId xmlns:a16="http://schemas.microsoft.com/office/drawing/2014/main" id="{280C4D5C-E36C-D54D-A2DA-9D1DCD4CC08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262" name="Group 49">
            <a:extLst>
              <a:ext uri="{FF2B5EF4-FFF2-40B4-BE49-F238E27FC236}">
                <a16:creationId xmlns:a16="http://schemas.microsoft.com/office/drawing/2014/main" id="{27C2CA97-8995-47AB-23B6-BB7A1C1B7369}"/>
              </a:ext>
            </a:extLst>
          </p:cNvPr>
          <p:cNvGrpSpPr>
            <a:grpSpLocks/>
          </p:cNvGrpSpPr>
          <p:nvPr/>
        </p:nvGrpSpPr>
        <p:grpSpPr bwMode="auto">
          <a:xfrm>
            <a:off x="8077201" y="4114800"/>
            <a:ext cx="900113" cy="609600"/>
            <a:chOff x="4224" y="1824"/>
            <a:chExt cx="567" cy="384"/>
          </a:xfrm>
        </p:grpSpPr>
        <p:graphicFrame>
          <p:nvGraphicFramePr>
            <p:cNvPr id="9236" name="Object 50">
              <a:extLst>
                <a:ext uri="{FF2B5EF4-FFF2-40B4-BE49-F238E27FC236}">
                  <a16:creationId xmlns:a16="http://schemas.microsoft.com/office/drawing/2014/main" id="{ED51A684-28A7-83BE-11F0-E42569927ED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672808" imgH="444307" progId="Equation.3">
                    <p:embed/>
                  </p:oleObj>
                </mc:Choice>
                <mc:Fallback>
                  <p:oleObj name="Equation" r:id="rId28" imgW="672808" imgH="444307" progId="Equation.3">
                    <p:embed/>
                    <p:pic>
                      <p:nvPicPr>
                        <p:cNvPr id="9236" name="Object 50">
                          <a:extLst>
                            <a:ext uri="{FF2B5EF4-FFF2-40B4-BE49-F238E27FC236}">
                              <a16:creationId xmlns:a16="http://schemas.microsoft.com/office/drawing/2014/main" id="{ED51A684-28A7-83BE-11F0-E42569927ED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63" name="Line 51">
              <a:extLst>
                <a:ext uri="{FF2B5EF4-FFF2-40B4-BE49-F238E27FC236}">
                  <a16:creationId xmlns:a16="http://schemas.microsoft.com/office/drawing/2014/main" id="{E9213758-E651-9ED5-24B2-48120AC099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2" name="Rectangle 3">
            <a:extLst>
              <a:ext uri="{FF2B5EF4-FFF2-40B4-BE49-F238E27FC236}">
                <a16:creationId xmlns:a16="http://schemas.microsoft.com/office/drawing/2014/main" id="{BAAE463A-BE77-0409-3AD1-8D4D3DD8FF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 </a:t>
            </a:r>
          </a:p>
        </p:txBody>
      </p:sp>
      <p:sp>
        <p:nvSpPr>
          <p:cNvPr id="10263" name="Oval 4">
            <a:extLst>
              <a:ext uri="{FF2B5EF4-FFF2-40B4-BE49-F238E27FC236}">
                <a16:creationId xmlns:a16="http://schemas.microsoft.com/office/drawing/2014/main" id="{28C3FF59-421F-2CD8-1A9C-B68ED9E34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0264" name="Oval 5">
            <a:extLst>
              <a:ext uri="{FF2B5EF4-FFF2-40B4-BE49-F238E27FC236}">
                <a16:creationId xmlns:a16="http://schemas.microsoft.com/office/drawing/2014/main" id="{9F4D2076-B4C4-E2C7-05C7-1241A819F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876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0265" name="Oval 6">
            <a:extLst>
              <a:ext uri="{FF2B5EF4-FFF2-40B4-BE49-F238E27FC236}">
                <a16:creationId xmlns:a16="http://schemas.microsoft.com/office/drawing/2014/main" id="{B52921B0-F794-80A7-ACAC-8D3AC779A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0266" name="Oval 7">
            <a:extLst>
              <a:ext uri="{FF2B5EF4-FFF2-40B4-BE49-F238E27FC236}">
                <a16:creationId xmlns:a16="http://schemas.microsoft.com/office/drawing/2014/main" id="{DA11B58B-219B-6B16-3A54-841EE388F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0267" name="Oval 8">
            <a:extLst>
              <a:ext uri="{FF2B5EF4-FFF2-40B4-BE49-F238E27FC236}">
                <a16:creationId xmlns:a16="http://schemas.microsoft.com/office/drawing/2014/main" id="{7B8B910B-0612-F2D6-FB1B-C1796EDED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0268" name="Line 9">
            <a:extLst>
              <a:ext uri="{FF2B5EF4-FFF2-40B4-BE49-F238E27FC236}">
                <a16:creationId xmlns:a16="http://schemas.microsoft.com/office/drawing/2014/main" id="{D22BE677-658F-486D-3314-54ADCDCC3A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9" name="Line 10">
            <a:extLst>
              <a:ext uri="{FF2B5EF4-FFF2-40B4-BE49-F238E27FC236}">
                <a16:creationId xmlns:a16="http://schemas.microsoft.com/office/drawing/2014/main" id="{2D285573-2524-E8FF-B317-12C9B5C6880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51816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0" name="Line 11">
            <a:extLst>
              <a:ext uri="{FF2B5EF4-FFF2-40B4-BE49-F238E27FC236}">
                <a16:creationId xmlns:a16="http://schemas.microsoft.com/office/drawing/2014/main" id="{03E68F83-187F-FA23-9100-A3DD544D3FE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1" name="Line 12">
            <a:extLst>
              <a:ext uri="{FF2B5EF4-FFF2-40B4-BE49-F238E27FC236}">
                <a16:creationId xmlns:a16="http://schemas.microsoft.com/office/drawing/2014/main" id="{DF189373-1C79-3E88-228E-7487D2A6E012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242" name="Object 13">
            <a:extLst>
              <a:ext uri="{FF2B5EF4-FFF2-40B4-BE49-F238E27FC236}">
                <a16:creationId xmlns:a16="http://schemas.microsoft.com/office/drawing/2014/main" id="{EB72395D-27B1-58D8-C7A4-C0249EEB61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10242" name="Object 13">
                        <a:extLst>
                          <a:ext uri="{FF2B5EF4-FFF2-40B4-BE49-F238E27FC236}">
                            <a16:creationId xmlns:a16="http://schemas.microsoft.com/office/drawing/2014/main" id="{EB72395D-27B1-58D8-C7A4-C0249EEB61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2" name="Oval 14">
            <a:extLst>
              <a:ext uri="{FF2B5EF4-FFF2-40B4-BE49-F238E27FC236}">
                <a16:creationId xmlns:a16="http://schemas.microsoft.com/office/drawing/2014/main" id="{8106A83C-77B0-BC36-F6EE-E15A3B20D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0243" name="Object 15">
            <a:extLst>
              <a:ext uri="{FF2B5EF4-FFF2-40B4-BE49-F238E27FC236}">
                <a16:creationId xmlns:a16="http://schemas.microsoft.com/office/drawing/2014/main" id="{F9DF901E-0E73-E6F2-047F-77D5BF837A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81501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10243" name="Object 15">
                        <a:extLst>
                          <a:ext uri="{FF2B5EF4-FFF2-40B4-BE49-F238E27FC236}">
                            <a16:creationId xmlns:a16="http://schemas.microsoft.com/office/drawing/2014/main" id="{F9DF901E-0E73-E6F2-047F-77D5BF837A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1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16">
            <a:extLst>
              <a:ext uri="{FF2B5EF4-FFF2-40B4-BE49-F238E27FC236}">
                <a16:creationId xmlns:a16="http://schemas.microsoft.com/office/drawing/2014/main" id="{6071C2B1-1CE6-13D8-21BC-517EBC9B12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10244" name="Object 16">
                        <a:extLst>
                          <a:ext uri="{FF2B5EF4-FFF2-40B4-BE49-F238E27FC236}">
                            <a16:creationId xmlns:a16="http://schemas.microsoft.com/office/drawing/2014/main" id="{6071C2B1-1CE6-13D8-21BC-517EBC9B12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17">
            <a:extLst>
              <a:ext uri="{FF2B5EF4-FFF2-40B4-BE49-F238E27FC236}">
                <a16:creationId xmlns:a16="http://schemas.microsoft.com/office/drawing/2014/main" id="{38AC7D91-7A76-D1A1-1503-8DFF0CE8F7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69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10245" name="Object 17">
                        <a:extLst>
                          <a:ext uri="{FF2B5EF4-FFF2-40B4-BE49-F238E27FC236}">
                            <a16:creationId xmlns:a16="http://schemas.microsoft.com/office/drawing/2014/main" id="{38AC7D91-7A76-D1A1-1503-8DFF0CE8F7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18">
            <a:extLst>
              <a:ext uri="{FF2B5EF4-FFF2-40B4-BE49-F238E27FC236}">
                <a16:creationId xmlns:a16="http://schemas.microsoft.com/office/drawing/2014/main" id="{31ECBE93-582A-9570-5115-485F20F628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05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100" imgH="469900" progId="Equation.3">
                  <p:embed/>
                </p:oleObj>
              </mc:Choice>
              <mc:Fallback>
                <p:oleObj name="Equation" r:id="rId10" imgW="419100" imgH="469900" progId="Equation.3">
                  <p:embed/>
                  <p:pic>
                    <p:nvPicPr>
                      <p:cNvPr id="10246" name="Object 18">
                        <a:extLst>
                          <a:ext uri="{FF2B5EF4-FFF2-40B4-BE49-F238E27FC236}">
                            <a16:creationId xmlns:a16="http://schemas.microsoft.com/office/drawing/2014/main" id="{31ECBE93-582A-9570-5115-485F20F628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3" name="Line 19">
            <a:extLst>
              <a:ext uri="{FF2B5EF4-FFF2-40B4-BE49-F238E27FC236}">
                <a16:creationId xmlns:a16="http://schemas.microsoft.com/office/drawing/2014/main" id="{05E6DAC3-5AC4-70E6-2A97-1DB875DB593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247" name="Object 20">
            <a:extLst>
              <a:ext uri="{FF2B5EF4-FFF2-40B4-BE49-F238E27FC236}">
                <a16:creationId xmlns:a16="http://schemas.microsoft.com/office/drawing/2014/main" id="{2AB41E9D-B1A4-6E9C-472D-A46628BCB7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10247" name="Object 20">
                        <a:extLst>
                          <a:ext uri="{FF2B5EF4-FFF2-40B4-BE49-F238E27FC236}">
                            <a16:creationId xmlns:a16="http://schemas.microsoft.com/office/drawing/2014/main" id="{2AB41E9D-B1A4-6E9C-472D-A46628BCB7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Object 21">
            <a:extLst>
              <a:ext uri="{FF2B5EF4-FFF2-40B4-BE49-F238E27FC236}">
                <a16:creationId xmlns:a16="http://schemas.microsoft.com/office/drawing/2014/main" id="{6C514E39-55AB-23F0-2644-62AC79C2D2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10248" name="Object 21">
                        <a:extLst>
                          <a:ext uri="{FF2B5EF4-FFF2-40B4-BE49-F238E27FC236}">
                            <a16:creationId xmlns:a16="http://schemas.microsoft.com/office/drawing/2014/main" id="{6C514E39-55AB-23F0-2644-62AC79C2D2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9" name="Object 22">
            <a:extLst>
              <a:ext uri="{FF2B5EF4-FFF2-40B4-BE49-F238E27FC236}">
                <a16:creationId xmlns:a16="http://schemas.microsoft.com/office/drawing/2014/main" id="{CF747459-DE4A-AA46-DE06-4EE4CC4CDE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10249" name="Object 22">
                        <a:extLst>
                          <a:ext uri="{FF2B5EF4-FFF2-40B4-BE49-F238E27FC236}">
                            <a16:creationId xmlns:a16="http://schemas.microsoft.com/office/drawing/2014/main" id="{CF747459-DE4A-AA46-DE06-4EE4CC4CDE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" name="Object 23">
            <a:extLst>
              <a:ext uri="{FF2B5EF4-FFF2-40B4-BE49-F238E27FC236}">
                <a16:creationId xmlns:a16="http://schemas.microsoft.com/office/drawing/2014/main" id="{BD0D6B21-5E22-C5C7-8F66-E56DD1653D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10250" name="Object 23">
                        <a:extLst>
                          <a:ext uri="{FF2B5EF4-FFF2-40B4-BE49-F238E27FC236}">
                            <a16:creationId xmlns:a16="http://schemas.microsoft.com/office/drawing/2014/main" id="{BD0D6B21-5E22-C5C7-8F66-E56DD1653D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4" name="Oval 25">
            <a:extLst>
              <a:ext uri="{FF2B5EF4-FFF2-40B4-BE49-F238E27FC236}">
                <a16:creationId xmlns:a16="http://schemas.microsoft.com/office/drawing/2014/main" id="{2698C71C-1052-AB28-A9F0-173293287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0251" name="Object 26">
            <a:extLst>
              <a:ext uri="{FF2B5EF4-FFF2-40B4-BE49-F238E27FC236}">
                <a16:creationId xmlns:a16="http://schemas.microsoft.com/office/drawing/2014/main" id="{2ECCBEDE-8E14-4774-3564-56E73BC5DF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08901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06224" imgH="469696" progId="Equation.3">
                  <p:embed/>
                </p:oleObj>
              </mc:Choice>
              <mc:Fallback>
                <p:oleObj name="Equation" r:id="rId17" imgW="406224" imgH="469696" progId="Equation.3">
                  <p:embed/>
                  <p:pic>
                    <p:nvPicPr>
                      <p:cNvPr id="10251" name="Object 26">
                        <a:extLst>
                          <a:ext uri="{FF2B5EF4-FFF2-40B4-BE49-F238E27FC236}">
                            <a16:creationId xmlns:a16="http://schemas.microsoft.com/office/drawing/2014/main" id="{2ECCBEDE-8E14-4774-3564-56E73BC5DF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1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2" name="Object 27">
            <a:extLst>
              <a:ext uri="{FF2B5EF4-FFF2-40B4-BE49-F238E27FC236}">
                <a16:creationId xmlns:a16="http://schemas.microsoft.com/office/drawing/2014/main" id="{55848158-D684-058A-5175-228D8E1A64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1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10252" name="Object 27">
                        <a:extLst>
                          <a:ext uri="{FF2B5EF4-FFF2-40B4-BE49-F238E27FC236}">
                            <a16:creationId xmlns:a16="http://schemas.microsoft.com/office/drawing/2014/main" id="{55848158-D684-058A-5175-228D8E1A64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3" name="Object 28">
            <a:extLst>
              <a:ext uri="{FF2B5EF4-FFF2-40B4-BE49-F238E27FC236}">
                <a16:creationId xmlns:a16="http://schemas.microsoft.com/office/drawing/2014/main" id="{504B5126-BDD2-E08B-140C-88420A8C17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10253" name="Object 28">
                        <a:extLst>
                          <a:ext uri="{FF2B5EF4-FFF2-40B4-BE49-F238E27FC236}">
                            <a16:creationId xmlns:a16="http://schemas.microsoft.com/office/drawing/2014/main" id="{504B5126-BDD2-E08B-140C-88420A8C17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4" name="Object 29">
            <a:extLst>
              <a:ext uri="{FF2B5EF4-FFF2-40B4-BE49-F238E27FC236}">
                <a16:creationId xmlns:a16="http://schemas.microsoft.com/office/drawing/2014/main" id="{EFADFB9B-70FA-9527-F35C-49364A2087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79279" imgH="380835" progId="Equation.3">
                  <p:embed/>
                </p:oleObj>
              </mc:Choice>
              <mc:Fallback>
                <p:oleObj name="Equation" r:id="rId20" imgW="279279" imgH="380835" progId="Equation.3">
                  <p:embed/>
                  <p:pic>
                    <p:nvPicPr>
                      <p:cNvPr id="10254" name="Object 29">
                        <a:extLst>
                          <a:ext uri="{FF2B5EF4-FFF2-40B4-BE49-F238E27FC236}">
                            <a16:creationId xmlns:a16="http://schemas.microsoft.com/office/drawing/2014/main" id="{EFADFB9B-70FA-9527-F35C-49364A2087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5" name="Object 30">
            <a:extLst>
              <a:ext uri="{FF2B5EF4-FFF2-40B4-BE49-F238E27FC236}">
                <a16:creationId xmlns:a16="http://schemas.microsoft.com/office/drawing/2014/main" id="{204C0F7C-2B66-9F21-E1D1-9E7D3219DC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79279" imgH="380835" progId="Equation.3">
                  <p:embed/>
                </p:oleObj>
              </mc:Choice>
              <mc:Fallback>
                <p:oleObj name="Equation" r:id="rId20" imgW="279279" imgH="380835" progId="Equation.3">
                  <p:embed/>
                  <p:pic>
                    <p:nvPicPr>
                      <p:cNvPr id="10255" name="Object 30">
                        <a:extLst>
                          <a:ext uri="{FF2B5EF4-FFF2-40B4-BE49-F238E27FC236}">
                            <a16:creationId xmlns:a16="http://schemas.microsoft.com/office/drawing/2014/main" id="{204C0F7C-2B66-9F21-E1D1-9E7D3219DC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5" name="Freeform 31">
            <a:extLst>
              <a:ext uri="{FF2B5EF4-FFF2-40B4-BE49-F238E27FC236}">
                <a16:creationId xmlns:a16="http://schemas.microsoft.com/office/drawing/2014/main" id="{F2718651-5F8C-EC81-C192-5049BCD93AF9}"/>
              </a:ext>
            </a:extLst>
          </p:cNvPr>
          <p:cNvSpPr>
            <a:spLocks/>
          </p:cNvSpPr>
          <p:nvPr/>
        </p:nvSpPr>
        <p:spPr bwMode="auto">
          <a:xfrm>
            <a:off x="7467600" y="2819400"/>
            <a:ext cx="660400" cy="850900"/>
          </a:xfrm>
          <a:custGeom>
            <a:avLst/>
            <a:gdLst>
              <a:gd name="T0" fmla="*/ 383063737 w 416"/>
              <a:gd name="T1" fmla="*/ 1350803532 h 536"/>
              <a:gd name="T2" fmla="*/ 20161250 w 416"/>
              <a:gd name="T3" fmla="*/ 504031219 h 536"/>
              <a:gd name="T4" fmla="*/ 504031301 w 416"/>
              <a:gd name="T5" fmla="*/ 20161247 h 536"/>
              <a:gd name="T6" fmla="*/ 987901357 w 416"/>
              <a:gd name="T7" fmla="*/ 383063675 h 536"/>
              <a:gd name="T8" fmla="*/ 866933892 w 416"/>
              <a:gd name="T9" fmla="*/ 1229836087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0256" name="Object 32">
            <a:extLst>
              <a:ext uri="{FF2B5EF4-FFF2-40B4-BE49-F238E27FC236}">
                <a16:creationId xmlns:a16="http://schemas.microsoft.com/office/drawing/2014/main" id="{5E4AF052-9144-618F-EB51-D660EA03B2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80301" y="23749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672808" imgH="444307" progId="Equation.3">
                  <p:embed/>
                </p:oleObj>
              </mc:Choice>
              <mc:Fallback>
                <p:oleObj name="Equation" r:id="rId21" imgW="672808" imgH="444307" progId="Equation.3">
                  <p:embed/>
                  <p:pic>
                    <p:nvPicPr>
                      <p:cNvPr id="10256" name="Object 32">
                        <a:extLst>
                          <a:ext uri="{FF2B5EF4-FFF2-40B4-BE49-F238E27FC236}">
                            <a16:creationId xmlns:a16="http://schemas.microsoft.com/office/drawing/2014/main" id="{5E4AF052-9144-618F-EB51-D660EA03B2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1" y="23749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6" name="Line 33">
            <a:extLst>
              <a:ext uri="{FF2B5EF4-FFF2-40B4-BE49-F238E27FC236}">
                <a16:creationId xmlns:a16="http://schemas.microsoft.com/office/drawing/2014/main" id="{43A251DE-C619-8FC9-6CF1-01E260E763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39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7" name="Freeform 34">
            <a:extLst>
              <a:ext uri="{FF2B5EF4-FFF2-40B4-BE49-F238E27FC236}">
                <a16:creationId xmlns:a16="http://schemas.microsoft.com/office/drawing/2014/main" id="{3EC3673B-6DA3-7378-DD8B-5B43D62EC881}"/>
              </a:ext>
            </a:extLst>
          </p:cNvPr>
          <p:cNvSpPr>
            <a:spLocks/>
          </p:cNvSpPr>
          <p:nvPr/>
        </p:nvSpPr>
        <p:spPr bwMode="auto">
          <a:xfrm>
            <a:off x="5943600" y="3962400"/>
            <a:ext cx="1752600" cy="990600"/>
          </a:xfrm>
          <a:custGeom>
            <a:avLst/>
            <a:gdLst>
              <a:gd name="T0" fmla="*/ 0 w 1104"/>
              <a:gd name="T1" fmla="*/ 1572577282 h 624"/>
              <a:gd name="T2" fmla="*/ 1088707415 w 1104"/>
              <a:gd name="T3" fmla="*/ 483870009 h 624"/>
              <a:gd name="T4" fmla="*/ 2147483647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0278" name="Freeform 35">
            <a:extLst>
              <a:ext uri="{FF2B5EF4-FFF2-40B4-BE49-F238E27FC236}">
                <a16:creationId xmlns:a16="http://schemas.microsoft.com/office/drawing/2014/main" id="{7FD48C08-29CE-7BA3-69EC-03414C8CC0E2}"/>
              </a:ext>
            </a:extLst>
          </p:cNvPr>
          <p:cNvSpPr>
            <a:spLocks/>
          </p:cNvSpPr>
          <p:nvPr/>
        </p:nvSpPr>
        <p:spPr bwMode="auto">
          <a:xfrm>
            <a:off x="4648200" y="3771900"/>
            <a:ext cx="2971800" cy="1181100"/>
          </a:xfrm>
          <a:custGeom>
            <a:avLst/>
            <a:gdLst>
              <a:gd name="T0" fmla="*/ 0 w 1872"/>
              <a:gd name="T1" fmla="*/ 1874996428 h 744"/>
              <a:gd name="T2" fmla="*/ 1814512820 w 1872"/>
              <a:gd name="T3" fmla="*/ 302418750 h 744"/>
              <a:gd name="T4" fmla="*/ 2147483647 w 1872"/>
              <a:gd name="T5" fmla="*/ 60483755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0279" name="Freeform 36">
            <a:extLst>
              <a:ext uri="{FF2B5EF4-FFF2-40B4-BE49-F238E27FC236}">
                <a16:creationId xmlns:a16="http://schemas.microsoft.com/office/drawing/2014/main" id="{544BE1B6-506E-07DB-8E4A-1100A2557E17}"/>
              </a:ext>
            </a:extLst>
          </p:cNvPr>
          <p:cNvSpPr>
            <a:spLocks/>
          </p:cNvSpPr>
          <p:nvPr/>
        </p:nvSpPr>
        <p:spPr bwMode="auto">
          <a:xfrm>
            <a:off x="3352800" y="3149600"/>
            <a:ext cx="4343400" cy="1803400"/>
          </a:xfrm>
          <a:custGeom>
            <a:avLst/>
            <a:gdLst>
              <a:gd name="T0" fmla="*/ 0 w 2736"/>
              <a:gd name="T1" fmla="*/ 2147483647 h 1136"/>
              <a:gd name="T2" fmla="*/ 1814512646 w 2736"/>
              <a:gd name="T3" fmla="*/ 322579961 h 1136"/>
              <a:gd name="T4" fmla="*/ 2147483647 w 2736"/>
              <a:gd name="T5" fmla="*/ 927417498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0280" name="Rectangle 38">
            <a:extLst>
              <a:ext uri="{FF2B5EF4-FFF2-40B4-BE49-F238E27FC236}">
                <a16:creationId xmlns:a16="http://schemas.microsoft.com/office/drawing/2014/main" id="{61AB7B31-38C1-481F-BDE5-D2FA0C201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0281" name="Line 39">
            <a:extLst>
              <a:ext uri="{FF2B5EF4-FFF2-40B4-BE49-F238E27FC236}">
                <a16:creationId xmlns:a16="http://schemas.microsoft.com/office/drawing/2014/main" id="{418DF21E-61F4-6884-10F2-7361DB4A2128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82" name="Line 40">
            <a:extLst>
              <a:ext uri="{FF2B5EF4-FFF2-40B4-BE49-F238E27FC236}">
                <a16:creationId xmlns:a16="http://schemas.microsoft.com/office/drawing/2014/main" id="{D163ECEE-1C10-92BE-2B21-C1A29DD0403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83" name="Line 41">
            <a:extLst>
              <a:ext uri="{FF2B5EF4-FFF2-40B4-BE49-F238E27FC236}">
                <a16:creationId xmlns:a16="http://schemas.microsoft.com/office/drawing/2014/main" id="{E073F9F2-E852-4E28-688A-CE99583597E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257" name="Object 42">
            <a:extLst>
              <a:ext uri="{FF2B5EF4-FFF2-40B4-BE49-F238E27FC236}">
                <a16:creationId xmlns:a16="http://schemas.microsoft.com/office/drawing/2014/main" id="{EC4B6BCA-61F4-15C9-F443-AB19BE9428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66584" imgH="279279" progId="Equation.3">
                  <p:embed/>
                </p:oleObj>
              </mc:Choice>
              <mc:Fallback>
                <p:oleObj name="Equation" r:id="rId23" imgW="266584" imgH="279279" progId="Equation.3">
                  <p:embed/>
                  <p:pic>
                    <p:nvPicPr>
                      <p:cNvPr id="10257" name="Object 42">
                        <a:extLst>
                          <a:ext uri="{FF2B5EF4-FFF2-40B4-BE49-F238E27FC236}">
                            <a16:creationId xmlns:a16="http://schemas.microsoft.com/office/drawing/2014/main" id="{EC4B6BCA-61F4-15C9-F443-AB19BE9428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8" name="Object 43">
            <a:extLst>
              <a:ext uri="{FF2B5EF4-FFF2-40B4-BE49-F238E27FC236}">
                <a16:creationId xmlns:a16="http://schemas.microsoft.com/office/drawing/2014/main" id="{1D422750-DDF3-D9B6-E9D1-9DF5404A5E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79279" imgH="380835" progId="Equation.3">
                  <p:embed/>
                </p:oleObj>
              </mc:Choice>
              <mc:Fallback>
                <p:oleObj name="Equation" r:id="rId24" imgW="279279" imgH="380835" progId="Equation.3">
                  <p:embed/>
                  <p:pic>
                    <p:nvPicPr>
                      <p:cNvPr id="10258" name="Object 43">
                        <a:extLst>
                          <a:ext uri="{FF2B5EF4-FFF2-40B4-BE49-F238E27FC236}">
                            <a16:creationId xmlns:a16="http://schemas.microsoft.com/office/drawing/2014/main" id="{1D422750-DDF3-D9B6-E9D1-9DF5404A5E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9" name="Object 44">
            <a:extLst>
              <a:ext uri="{FF2B5EF4-FFF2-40B4-BE49-F238E27FC236}">
                <a16:creationId xmlns:a16="http://schemas.microsoft.com/office/drawing/2014/main" id="{A654463D-CADA-B5EC-5AC4-9D558340C5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5351" y="1498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66584" imgH="279279" progId="Equation.3">
                  <p:embed/>
                </p:oleObj>
              </mc:Choice>
              <mc:Fallback>
                <p:oleObj name="Equation" r:id="rId25" imgW="266584" imgH="279279" progId="Equation.3">
                  <p:embed/>
                  <p:pic>
                    <p:nvPicPr>
                      <p:cNvPr id="10259" name="Object 44">
                        <a:extLst>
                          <a:ext uri="{FF2B5EF4-FFF2-40B4-BE49-F238E27FC236}">
                            <a16:creationId xmlns:a16="http://schemas.microsoft.com/office/drawing/2014/main" id="{A654463D-CADA-B5EC-5AC4-9D558340C5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5351" y="1498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4" name="Line 45">
            <a:extLst>
              <a:ext uri="{FF2B5EF4-FFF2-40B4-BE49-F238E27FC236}">
                <a16:creationId xmlns:a16="http://schemas.microsoft.com/office/drawing/2014/main" id="{8A59A126-63C5-B31D-A5FE-DCF16526126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85" name="Line 48">
            <a:extLst>
              <a:ext uri="{FF2B5EF4-FFF2-40B4-BE49-F238E27FC236}">
                <a16:creationId xmlns:a16="http://schemas.microsoft.com/office/drawing/2014/main" id="{14346C62-A1AE-449C-14EA-FABC647D67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286" name="Group 49">
            <a:extLst>
              <a:ext uri="{FF2B5EF4-FFF2-40B4-BE49-F238E27FC236}">
                <a16:creationId xmlns:a16="http://schemas.microsoft.com/office/drawing/2014/main" id="{0C33A2B1-6DD4-4FF2-5775-8BCDC6C61C82}"/>
              </a:ext>
            </a:extLst>
          </p:cNvPr>
          <p:cNvGrpSpPr>
            <a:grpSpLocks/>
          </p:cNvGrpSpPr>
          <p:nvPr/>
        </p:nvGrpSpPr>
        <p:grpSpPr bwMode="auto">
          <a:xfrm>
            <a:off x="8077201" y="4114800"/>
            <a:ext cx="900113" cy="609600"/>
            <a:chOff x="4224" y="1824"/>
            <a:chExt cx="567" cy="384"/>
          </a:xfrm>
        </p:grpSpPr>
        <p:graphicFrame>
          <p:nvGraphicFramePr>
            <p:cNvPr id="10260" name="Object 50">
              <a:extLst>
                <a:ext uri="{FF2B5EF4-FFF2-40B4-BE49-F238E27FC236}">
                  <a16:creationId xmlns:a16="http://schemas.microsoft.com/office/drawing/2014/main" id="{6E00BFAB-A67C-28CF-822B-E363E2C8BF4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672808" imgH="444307" progId="Equation.3">
                    <p:embed/>
                  </p:oleObj>
                </mc:Choice>
                <mc:Fallback>
                  <p:oleObj name="Equation" r:id="rId26" imgW="672808" imgH="444307" progId="Equation.3">
                    <p:embed/>
                    <p:pic>
                      <p:nvPicPr>
                        <p:cNvPr id="10260" name="Object 50">
                          <a:extLst>
                            <a:ext uri="{FF2B5EF4-FFF2-40B4-BE49-F238E27FC236}">
                              <a16:creationId xmlns:a16="http://schemas.microsoft.com/office/drawing/2014/main" id="{6E00BFAB-A67C-28CF-822B-E363E2C8BF4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87" name="Line 51">
              <a:extLst>
                <a:ext uri="{FF2B5EF4-FFF2-40B4-BE49-F238E27FC236}">
                  <a16:creationId xmlns:a16="http://schemas.microsoft.com/office/drawing/2014/main" id="{3831972E-9C7A-8456-4C5F-1990E94BE3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6" name="Rectangle 3">
            <a:extLst>
              <a:ext uri="{FF2B5EF4-FFF2-40B4-BE49-F238E27FC236}">
                <a16:creationId xmlns:a16="http://schemas.microsoft.com/office/drawing/2014/main" id="{326DA295-17EC-E648-68E9-9527F92C31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 </a:t>
            </a:r>
          </a:p>
        </p:txBody>
      </p:sp>
      <p:sp>
        <p:nvSpPr>
          <p:cNvPr id="11287" name="Oval 4">
            <a:extLst>
              <a:ext uri="{FF2B5EF4-FFF2-40B4-BE49-F238E27FC236}">
                <a16:creationId xmlns:a16="http://schemas.microsoft.com/office/drawing/2014/main" id="{14FB2825-F99B-B046-30AC-5D3BB9ABA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1288" name="Oval 5">
            <a:extLst>
              <a:ext uri="{FF2B5EF4-FFF2-40B4-BE49-F238E27FC236}">
                <a16:creationId xmlns:a16="http://schemas.microsoft.com/office/drawing/2014/main" id="{5FD853EB-280C-8764-5E3C-A345C0FFF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1289" name="Oval 6">
            <a:extLst>
              <a:ext uri="{FF2B5EF4-FFF2-40B4-BE49-F238E27FC236}">
                <a16:creationId xmlns:a16="http://schemas.microsoft.com/office/drawing/2014/main" id="{C62CE6C0-9A9F-F224-C68B-391648F6D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1290" name="Oval 7">
            <a:extLst>
              <a:ext uri="{FF2B5EF4-FFF2-40B4-BE49-F238E27FC236}">
                <a16:creationId xmlns:a16="http://schemas.microsoft.com/office/drawing/2014/main" id="{EFFC6A68-E613-8535-1D15-DD1863F90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1291" name="Oval 8">
            <a:extLst>
              <a:ext uri="{FF2B5EF4-FFF2-40B4-BE49-F238E27FC236}">
                <a16:creationId xmlns:a16="http://schemas.microsoft.com/office/drawing/2014/main" id="{8AA43649-394C-D865-5FD7-063CD7A6E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1292" name="Line 9">
            <a:extLst>
              <a:ext uri="{FF2B5EF4-FFF2-40B4-BE49-F238E27FC236}">
                <a16:creationId xmlns:a16="http://schemas.microsoft.com/office/drawing/2014/main" id="{13A681EF-F605-1174-EC36-FC3F330D3E7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3" name="Line 10">
            <a:extLst>
              <a:ext uri="{FF2B5EF4-FFF2-40B4-BE49-F238E27FC236}">
                <a16:creationId xmlns:a16="http://schemas.microsoft.com/office/drawing/2014/main" id="{7D84D391-553F-98B3-37DB-CA5A1FBED7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4" name="Line 11">
            <a:extLst>
              <a:ext uri="{FF2B5EF4-FFF2-40B4-BE49-F238E27FC236}">
                <a16:creationId xmlns:a16="http://schemas.microsoft.com/office/drawing/2014/main" id="{845FC80A-796D-7678-C3A5-E11563EB8B9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5" name="Line 12">
            <a:extLst>
              <a:ext uri="{FF2B5EF4-FFF2-40B4-BE49-F238E27FC236}">
                <a16:creationId xmlns:a16="http://schemas.microsoft.com/office/drawing/2014/main" id="{90FDE3F8-6A41-4E5F-FE5F-73B2E71E2B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266" name="Object 13">
            <a:extLst>
              <a:ext uri="{FF2B5EF4-FFF2-40B4-BE49-F238E27FC236}">
                <a16:creationId xmlns:a16="http://schemas.microsoft.com/office/drawing/2014/main" id="{0F1DFDBA-75A5-938A-5B6E-AEF4DAAD53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11266" name="Object 13">
                        <a:extLst>
                          <a:ext uri="{FF2B5EF4-FFF2-40B4-BE49-F238E27FC236}">
                            <a16:creationId xmlns:a16="http://schemas.microsoft.com/office/drawing/2014/main" id="{0F1DFDBA-75A5-938A-5B6E-AEF4DAAD53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96" name="Oval 14">
            <a:extLst>
              <a:ext uri="{FF2B5EF4-FFF2-40B4-BE49-F238E27FC236}">
                <a16:creationId xmlns:a16="http://schemas.microsoft.com/office/drawing/2014/main" id="{D6F9739B-9BEE-0AEA-5EA9-FFD65A8AF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1267" name="Object 15">
            <a:extLst>
              <a:ext uri="{FF2B5EF4-FFF2-40B4-BE49-F238E27FC236}">
                <a16:creationId xmlns:a16="http://schemas.microsoft.com/office/drawing/2014/main" id="{6D67AB9E-7240-EBD3-1571-AEA47A5D34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81501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11267" name="Object 15">
                        <a:extLst>
                          <a:ext uri="{FF2B5EF4-FFF2-40B4-BE49-F238E27FC236}">
                            <a16:creationId xmlns:a16="http://schemas.microsoft.com/office/drawing/2014/main" id="{6D67AB9E-7240-EBD3-1571-AEA47A5D34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1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16">
            <a:extLst>
              <a:ext uri="{FF2B5EF4-FFF2-40B4-BE49-F238E27FC236}">
                <a16:creationId xmlns:a16="http://schemas.microsoft.com/office/drawing/2014/main" id="{71AD8B42-C55D-B4B5-7819-ADE10347A7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11268" name="Object 16">
                        <a:extLst>
                          <a:ext uri="{FF2B5EF4-FFF2-40B4-BE49-F238E27FC236}">
                            <a16:creationId xmlns:a16="http://schemas.microsoft.com/office/drawing/2014/main" id="{71AD8B42-C55D-B4B5-7819-ADE10347A7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17">
            <a:extLst>
              <a:ext uri="{FF2B5EF4-FFF2-40B4-BE49-F238E27FC236}">
                <a16:creationId xmlns:a16="http://schemas.microsoft.com/office/drawing/2014/main" id="{9EA853B7-2A71-4075-EE23-C1146504CC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69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11269" name="Object 17">
                        <a:extLst>
                          <a:ext uri="{FF2B5EF4-FFF2-40B4-BE49-F238E27FC236}">
                            <a16:creationId xmlns:a16="http://schemas.microsoft.com/office/drawing/2014/main" id="{9EA853B7-2A71-4075-EE23-C1146504CC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18">
            <a:extLst>
              <a:ext uri="{FF2B5EF4-FFF2-40B4-BE49-F238E27FC236}">
                <a16:creationId xmlns:a16="http://schemas.microsoft.com/office/drawing/2014/main" id="{6D7955B3-C899-754F-414A-162D9DF803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05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100" imgH="469900" progId="Equation.3">
                  <p:embed/>
                </p:oleObj>
              </mc:Choice>
              <mc:Fallback>
                <p:oleObj name="Equation" r:id="rId10" imgW="419100" imgH="469900" progId="Equation.3">
                  <p:embed/>
                  <p:pic>
                    <p:nvPicPr>
                      <p:cNvPr id="11270" name="Object 18">
                        <a:extLst>
                          <a:ext uri="{FF2B5EF4-FFF2-40B4-BE49-F238E27FC236}">
                            <a16:creationId xmlns:a16="http://schemas.microsoft.com/office/drawing/2014/main" id="{6D7955B3-C899-754F-414A-162D9DF803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97" name="Line 19">
            <a:extLst>
              <a:ext uri="{FF2B5EF4-FFF2-40B4-BE49-F238E27FC236}">
                <a16:creationId xmlns:a16="http://schemas.microsoft.com/office/drawing/2014/main" id="{B1660850-A5EA-86C7-4B2A-0E962D84BA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271" name="Object 20">
            <a:extLst>
              <a:ext uri="{FF2B5EF4-FFF2-40B4-BE49-F238E27FC236}">
                <a16:creationId xmlns:a16="http://schemas.microsoft.com/office/drawing/2014/main" id="{E6D78A7A-A0BE-D034-63E7-9A8E260602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11271" name="Object 20">
                        <a:extLst>
                          <a:ext uri="{FF2B5EF4-FFF2-40B4-BE49-F238E27FC236}">
                            <a16:creationId xmlns:a16="http://schemas.microsoft.com/office/drawing/2014/main" id="{E6D78A7A-A0BE-D034-63E7-9A8E260602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2" name="Object 21">
            <a:extLst>
              <a:ext uri="{FF2B5EF4-FFF2-40B4-BE49-F238E27FC236}">
                <a16:creationId xmlns:a16="http://schemas.microsoft.com/office/drawing/2014/main" id="{44AE3FA9-558F-803C-4635-F697C16DB1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11272" name="Object 21">
                        <a:extLst>
                          <a:ext uri="{FF2B5EF4-FFF2-40B4-BE49-F238E27FC236}">
                            <a16:creationId xmlns:a16="http://schemas.microsoft.com/office/drawing/2014/main" id="{44AE3FA9-558F-803C-4635-F697C16DB1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3" name="Object 22">
            <a:extLst>
              <a:ext uri="{FF2B5EF4-FFF2-40B4-BE49-F238E27FC236}">
                <a16:creationId xmlns:a16="http://schemas.microsoft.com/office/drawing/2014/main" id="{73F8D980-0F9D-0133-DBE9-A23EC174AE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11273" name="Object 22">
                        <a:extLst>
                          <a:ext uri="{FF2B5EF4-FFF2-40B4-BE49-F238E27FC236}">
                            <a16:creationId xmlns:a16="http://schemas.microsoft.com/office/drawing/2014/main" id="{73F8D980-0F9D-0133-DBE9-A23EC174AE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4" name="Object 23">
            <a:extLst>
              <a:ext uri="{FF2B5EF4-FFF2-40B4-BE49-F238E27FC236}">
                <a16:creationId xmlns:a16="http://schemas.microsoft.com/office/drawing/2014/main" id="{AA26B3B3-CF2C-A77A-05DB-70EA5244F1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11274" name="Object 23">
                        <a:extLst>
                          <a:ext uri="{FF2B5EF4-FFF2-40B4-BE49-F238E27FC236}">
                            <a16:creationId xmlns:a16="http://schemas.microsoft.com/office/drawing/2014/main" id="{AA26B3B3-CF2C-A77A-05DB-70EA5244F1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98" name="Oval 25">
            <a:extLst>
              <a:ext uri="{FF2B5EF4-FFF2-40B4-BE49-F238E27FC236}">
                <a16:creationId xmlns:a16="http://schemas.microsoft.com/office/drawing/2014/main" id="{8670679D-46AE-5691-BA08-8886BDD1E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35941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1275" name="Object 26">
            <a:extLst>
              <a:ext uri="{FF2B5EF4-FFF2-40B4-BE49-F238E27FC236}">
                <a16:creationId xmlns:a16="http://schemas.microsoft.com/office/drawing/2014/main" id="{A507E0CD-2DA3-6B28-9556-D6A05CE657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08901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06224" imgH="469696" progId="Equation.3">
                  <p:embed/>
                </p:oleObj>
              </mc:Choice>
              <mc:Fallback>
                <p:oleObj name="Equation" r:id="rId17" imgW="406224" imgH="469696" progId="Equation.3">
                  <p:embed/>
                  <p:pic>
                    <p:nvPicPr>
                      <p:cNvPr id="11275" name="Object 26">
                        <a:extLst>
                          <a:ext uri="{FF2B5EF4-FFF2-40B4-BE49-F238E27FC236}">
                            <a16:creationId xmlns:a16="http://schemas.microsoft.com/office/drawing/2014/main" id="{A507E0CD-2DA3-6B28-9556-D6A05CE657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1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6" name="Object 27">
            <a:extLst>
              <a:ext uri="{FF2B5EF4-FFF2-40B4-BE49-F238E27FC236}">
                <a16:creationId xmlns:a16="http://schemas.microsoft.com/office/drawing/2014/main" id="{4E3FAA5D-AB8D-29F4-DB60-6569B84E3A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1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11276" name="Object 27">
                        <a:extLst>
                          <a:ext uri="{FF2B5EF4-FFF2-40B4-BE49-F238E27FC236}">
                            <a16:creationId xmlns:a16="http://schemas.microsoft.com/office/drawing/2014/main" id="{4E3FAA5D-AB8D-29F4-DB60-6569B84E3A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7" name="Object 28">
            <a:extLst>
              <a:ext uri="{FF2B5EF4-FFF2-40B4-BE49-F238E27FC236}">
                <a16:creationId xmlns:a16="http://schemas.microsoft.com/office/drawing/2014/main" id="{33DD7815-84B2-23B9-787E-F33F36AE1E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11277" name="Object 28">
                        <a:extLst>
                          <a:ext uri="{FF2B5EF4-FFF2-40B4-BE49-F238E27FC236}">
                            <a16:creationId xmlns:a16="http://schemas.microsoft.com/office/drawing/2014/main" id="{33DD7815-84B2-23B9-787E-F33F36AE1E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8" name="Object 29">
            <a:extLst>
              <a:ext uri="{FF2B5EF4-FFF2-40B4-BE49-F238E27FC236}">
                <a16:creationId xmlns:a16="http://schemas.microsoft.com/office/drawing/2014/main" id="{ED0B89A6-02AD-A9C0-17A7-7EFA3D8DD4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79279" imgH="380835" progId="Equation.3">
                  <p:embed/>
                </p:oleObj>
              </mc:Choice>
              <mc:Fallback>
                <p:oleObj name="Equation" r:id="rId20" imgW="279279" imgH="380835" progId="Equation.3">
                  <p:embed/>
                  <p:pic>
                    <p:nvPicPr>
                      <p:cNvPr id="11278" name="Object 29">
                        <a:extLst>
                          <a:ext uri="{FF2B5EF4-FFF2-40B4-BE49-F238E27FC236}">
                            <a16:creationId xmlns:a16="http://schemas.microsoft.com/office/drawing/2014/main" id="{ED0B89A6-02AD-A9C0-17A7-7EFA3D8DD4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9" name="Object 30">
            <a:extLst>
              <a:ext uri="{FF2B5EF4-FFF2-40B4-BE49-F238E27FC236}">
                <a16:creationId xmlns:a16="http://schemas.microsoft.com/office/drawing/2014/main" id="{7DCDADD0-79BC-B33A-821D-C1BBE1925E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79279" imgH="380835" progId="Equation.3">
                  <p:embed/>
                </p:oleObj>
              </mc:Choice>
              <mc:Fallback>
                <p:oleObj name="Equation" r:id="rId21" imgW="279279" imgH="380835" progId="Equation.3">
                  <p:embed/>
                  <p:pic>
                    <p:nvPicPr>
                      <p:cNvPr id="11279" name="Object 30">
                        <a:extLst>
                          <a:ext uri="{FF2B5EF4-FFF2-40B4-BE49-F238E27FC236}">
                            <a16:creationId xmlns:a16="http://schemas.microsoft.com/office/drawing/2014/main" id="{7DCDADD0-79BC-B33A-821D-C1BBE1925E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99" name="Freeform 31">
            <a:extLst>
              <a:ext uri="{FF2B5EF4-FFF2-40B4-BE49-F238E27FC236}">
                <a16:creationId xmlns:a16="http://schemas.microsoft.com/office/drawing/2014/main" id="{265A73D1-45CC-C793-A5A7-B038FB95A557}"/>
              </a:ext>
            </a:extLst>
          </p:cNvPr>
          <p:cNvSpPr>
            <a:spLocks/>
          </p:cNvSpPr>
          <p:nvPr/>
        </p:nvSpPr>
        <p:spPr bwMode="auto">
          <a:xfrm>
            <a:off x="7467600" y="2819400"/>
            <a:ext cx="660400" cy="850900"/>
          </a:xfrm>
          <a:custGeom>
            <a:avLst/>
            <a:gdLst>
              <a:gd name="T0" fmla="*/ 383063737 w 416"/>
              <a:gd name="T1" fmla="*/ 1350803532 h 536"/>
              <a:gd name="T2" fmla="*/ 20161250 w 416"/>
              <a:gd name="T3" fmla="*/ 504031219 h 536"/>
              <a:gd name="T4" fmla="*/ 504031301 w 416"/>
              <a:gd name="T5" fmla="*/ 20161247 h 536"/>
              <a:gd name="T6" fmla="*/ 987901357 w 416"/>
              <a:gd name="T7" fmla="*/ 383063675 h 536"/>
              <a:gd name="T8" fmla="*/ 866933892 w 416"/>
              <a:gd name="T9" fmla="*/ 1229836087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1280" name="Object 32">
            <a:extLst>
              <a:ext uri="{FF2B5EF4-FFF2-40B4-BE49-F238E27FC236}">
                <a16:creationId xmlns:a16="http://schemas.microsoft.com/office/drawing/2014/main" id="{A755BBC8-E65D-B41C-74FE-E5F0A0D9BE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80301" y="23749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72808" imgH="444307" progId="Equation.3">
                  <p:embed/>
                </p:oleObj>
              </mc:Choice>
              <mc:Fallback>
                <p:oleObj name="Equation" r:id="rId22" imgW="672808" imgH="444307" progId="Equation.3">
                  <p:embed/>
                  <p:pic>
                    <p:nvPicPr>
                      <p:cNvPr id="11280" name="Object 32">
                        <a:extLst>
                          <a:ext uri="{FF2B5EF4-FFF2-40B4-BE49-F238E27FC236}">
                            <a16:creationId xmlns:a16="http://schemas.microsoft.com/office/drawing/2014/main" id="{A755BBC8-E65D-B41C-74FE-E5F0A0D9BE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1" y="23749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00" name="Line 33">
            <a:extLst>
              <a:ext uri="{FF2B5EF4-FFF2-40B4-BE49-F238E27FC236}">
                <a16:creationId xmlns:a16="http://schemas.microsoft.com/office/drawing/2014/main" id="{AF55793E-4681-6391-26E4-07E9A21F24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39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01" name="Freeform 34">
            <a:extLst>
              <a:ext uri="{FF2B5EF4-FFF2-40B4-BE49-F238E27FC236}">
                <a16:creationId xmlns:a16="http://schemas.microsoft.com/office/drawing/2014/main" id="{9BDFF59C-FCF5-2361-9D15-248BEAF1289F}"/>
              </a:ext>
            </a:extLst>
          </p:cNvPr>
          <p:cNvSpPr>
            <a:spLocks/>
          </p:cNvSpPr>
          <p:nvPr/>
        </p:nvSpPr>
        <p:spPr bwMode="auto">
          <a:xfrm>
            <a:off x="5943600" y="3962400"/>
            <a:ext cx="1752600" cy="990600"/>
          </a:xfrm>
          <a:custGeom>
            <a:avLst/>
            <a:gdLst>
              <a:gd name="T0" fmla="*/ 0 w 1104"/>
              <a:gd name="T1" fmla="*/ 1572577282 h 624"/>
              <a:gd name="T2" fmla="*/ 1088707415 w 1104"/>
              <a:gd name="T3" fmla="*/ 483870009 h 624"/>
              <a:gd name="T4" fmla="*/ 2147483647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1302" name="Freeform 35">
            <a:extLst>
              <a:ext uri="{FF2B5EF4-FFF2-40B4-BE49-F238E27FC236}">
                <a16:creationId xmlns:a16="http://schemas.microsoft.com/office/drawing/2014/main" id="{D2A36E8A-15E7-F329-60E2-093D98083D7B}"/>
              </a:ext>
            </a:extLst>
          </p:cNvPr>
          <p:cNvSpPr>
            <a:spLocks/>
          </p:cNvSpPr>
          <p:nvPr/>
        </p:nvSpPr>
        <p:spPr bwMode="auto">
          <a:xfrm>
            <a:off x="4648200" y="3771900"/>
            <a:ext cx="2971800" cy="1181100"/>
          </a:xfrm>
          <a:custGeom>
            <a:avLst/>
            <a:gdLst>
              <a:gd name="T0" fmla="*/ 0 w 1872"/>
              <a:gd name="T1" fmla="*/ 1874996428 h 744"/>
              <a:gd name="T2" fmla="*/ 1814512820 w 1872"/>
              <a:gd name="T3" fmla="*/ 302418750 h 744"/>
              <a:gd name="T4" fmla="*/ 2147483647 w 1872"/>
              <a:gd name="T5" fmla="*/ 60483755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1303" name="Freeform 36">
            <a:extLst>
              <a:ext uri="{FF2B5EF4-FFF2-40B4-BE49-F238E27FC236}">
                <a16:creationId xmlns:a16="http://schemas.microsoft.com/office/drawing/2014/main" id="{0D19BD3A-39D8-1737-EC79-5239814EDB10}"/>
              </a:ext>
            </a:extLst>
          </p:cNvPr>
          <p:cNvSpPr>
            <a:spLocks/>
          </p:cNvSpPr>
          <p:nvPr/>
        </p:nvSpPr>
        <p:spPr bwMode="auto">
          <a:xfrm>
            <a:off x="3352800" y="3149600"/>
            <a:ext cx="4343400" cy="1803400"/>
          </a:xfrm>
          <a:custGeom>
            <a:avLst/>
            <a:gdLst>
              <a:gd name="T0" fmla="*/ 0 w 2736"/>
              <a:gd name="T1" fmla="*/ 2147483647 h 1136"/>
              <a:gd name="T2" fmla="*/ 1814512646 w 2736"/>
              <a:gd name="T3" fmla="*/ 322579961 h 1136"/>
              <a:gd name="T4" fmla="*/ 2147483647 w 2736"/>
              <a:gd name="T5" fmla="*/ 927417498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1304" name="Rectangle 38">
            <a:extLst>
              <a:ext uri="{FF2B5EF4-FFF2-40B4-BE49-F238E27FC236}">
                <a16:creationId xmlns:a16="http://schemas.microsoft.com/office/drawing/2014/main" id="{E93B81DF-285E-9D19-A3DD-5D416D068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1305" name="Line 39">
            <a:extLst>
              <a:ext uri="{FF2B5EF4-FFF2-40B4-BE49-F238E27FC236}">
                <a16:creationId xmlns:a16="http://schemas.microsoft.com/office/drawing/2014/main" id="{B5874E81-F639-97D8-B3A3-EF8F11679A4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06" name="Line 40">
            <a:extLst>
              <a:ext uri="{FF2B5EF4-FFF2-40B4-BE49-F238E27FC236}">
                <a16:creationId xmlns:a16="http://schemas.microsoft.com/office/drawing/2014/main" id="{8933947E-F32A-047B-F229-3BF264ABE2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07" name="Line 41">
            <a:extLst>
              <a:ext uri="{FF2B5EF4-FFF2-40B4-BE49-F238E27FC236}">
                <a16:creationId xmlns:a16="http://schemas.microsoft.com/office/drawing/2014/main" id="{158909F8-8BCC-E95B-D4FB-1DEBFA255CE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281" name="Object 42">
            <a:extLst>
              <a:ext uri="{FF2B5EF4-FFF2-40B4-BE49-F238E27FC236}">
                <a16:creationId xmlns:a16="http://schemas.microsoft.com/office/drawing/2014/main" id="{1E77ED4F-09DC-077E-60B2-B2D8B6EB8D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66584" imgH="279279" progId="Equation.3">
                  <p:embed/>
                </p:oleObj>
              </mc:Choice>
              <mc:Fallback>
                <p:oleObj name="Equation" r:id="rId24" imgW="266584" imgH="279279" progId="Equation.3">
                  <p:embed/>
                  <p:pic>
                    <p:nvPicPr>
                      <p:cNvPr id="11281" name="Object 42">
                        <a:extLst>
                          <a:ext uri="{FF2B5EF4-FFF2-40B4-BE49-F238E27FC236}">
                            <a16:creationId xmlns:a16="http://schemas.microsoft.com/office/drawing/2014/main" id="{1E77ED4F-09DC-077E-60B2-B2D8B6EB8D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2" name="Object 43">
            <a:extLst>
              <a:ext uri="{FF2B5EF4-FFF2-40B4-BE49-F238E27FC236}">
                <a16:creationId xmlns:a16="http://schemas.microsoft.com/office/drawing/2014/main" id="{342301CE-3C1A-453F-E844-6EFEA0052C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79279" imgH="380835" progId="Equation.3">
                  <p:embed/>
                </p:oleObj>
              </mc:Choice>
              <mc:Fallback>
                <p:oleObj name="Equation" r:id="rId21" imgW="279279" imgH="380835" progId="Equation.3">
                  <p:embed/>
                  <p:pic>
                    <p:nvPicPr>
                      <p:cNvPr id="11282" name="Object 43">
                        <a:extLst>
                          <a:ext uri="{FF2B5EF4-FFF2-40B4-BE49-F238E27FC236}">
                            <a16:creationId xmlns:a16="http://schemas.microsoft.com/office/drawing/2014/main" id="{342301CE-3C1A-453F-E844-6EFEA0052C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3" name="Object 44">
            <a:extLst>
              <a:ext uri="{FF2B5EF4-FFF2-40B4-BE49-F238E27FC236}">
                <a16:creationId xmlns:a16="http://schemas.microsoft.com/office/drawing/2014/main" id="{6967C11B-926E-0914-4891-DF73A7AA54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5351" y="1498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66584" imgH="279279" progId="Equation.3">
                  <p:embed/>
                </p:oleObj>
              </mc:Choice>
              <mc:Fallback>
                <p:oleObj name="Equation" r:id="rId25" imgW="266584" imgH="279279" progId="Equation.3">
                  <p:embed/>
                  <p:pic>
                    <p:nvPicPr>
                      <p:cNvPr id="11283" name="Object 44">
                        <a:extLst>
                          <a:ext uri="{FF2B5EF4-FFF2-40B4-BE49-F238E27FC236}">
                            <a16:creationId xmlns:a16="http://schemas.microsoft.com/office/drawing/2014/main" id="{6967C11B-926E-0914-4891-DF73A7AA54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5351" y="1498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08" name="Line 45">
            <a:extLst>
              <a:ext uri="{FF2B5EF4-FFF2-40B4-BE49-F238E27FC236}">
                <a16:creationId xmlns:a16="http://schemas.microsoft.com/office/drawing/2014/main" id="{B5AFB0F7-B754-AEE3-4E16-212B8655467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43434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09" name="Line 48">
            <a:extLst>
              <a:ext uri="{FF2B5EF4-FFF2-40B4-BE49-F238E27FC236}">
                <a16:creationId xmlns:a16="http://schemas.microsoft.com/office/drawing/2014/main" id="{0FF5D7E5-1258-9B30-E5A9-956CE2BF7BC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310" name="Group 50">
            <a:extLst>
              <a:ext uri="{FF2B5EF4-FFF2-40B4-BE49-F238E27FC236}">
                <a16:creationId xmlns:a16="http://schemas.microsoft.com/office/drawing/2014/main" id="{CA4E2767-6CC7-816D-F8FE-B7B353C80F0F}"/>
              </a:ext>
            </a:extLst>
          </p:cNvPr>
          <p:cNvGrpSpPr>
            <a:grpSpLocks/>
          </p:cNvGrpSpPr>
          <p:nvPr/>
        </p:nvGrpSpPr>
        <p:grpSpPr bwMode="auto">
          <a:xfrm>
            <a:off x="8077201" y="4114800"/>
            <a:ext cx="900113" cy="609600"/>
            <a:chOff x="4224" y="1824"/>
            <a:chExt cx="567" cy="384"/>
          </a:xfrm>
        </p:grpSpPr>
        <p:graphicFrame>
          <p:nvGraphicFramePr>
            <p:cNvPr id="11284" name="Object 51">
              <a:extLst>
                <a:ext uri="{FF2B5EF4-FFF2-40B4-BE49-F238E27FC236}">
                  <a16:creationId xmlns:a16="http://schemas.microsoft.com/office/drawing/2014/main" id="{046337D0-9215-315C-FCD3-AC1748EE6A9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672808" imgH="444307" progId="Equation.3">
                    <p:embed/>
                  </p:oleObj>
                </mc:Choice>
                <mc:Fallback>
                  <p:oleObj name="Equation" r:id="rId26" imgW="672808" imgH="444307" progId="Equation.3">
                    <p:embed/>
                    <p:pic>
                      <p:nvPicPr>
                        <p:cNvPr id="11284" name="Object 51">
                          <a:extLst>
                            <a:ext uri="{FF2B5EF4-FFF2-40B4-BE49-F238E27FC236}">
                              <a16:creationId xmlns:a16="http://schemas.microsoft.com/office/drawing/2014/main" id="{046337D0-9215-315C-FCD3-AC1748EE6A9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311" name="Line 52">
              <a:extLst>
                <a:ext uri="{FF2B5EF4-FFF2-40B4-BE49-F238E27FC236}">
                  <a16:creationId xmlns:a16="http://schemas.microsoft.com/office/drawing/2014/main" id="{9DFDF5EA-4DA0-1EE6-6424-FC746601A9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9" name="Oval 3">
            <a:extLst>
              <a:ext uri="{FF2B5EF4-FFF2-40B4-BE49-F238E27FC236}">
                <a16:creationId xmlns:a16="http://schemas.microsoft.com/office/drawing/2014/main" id="{CA305AE5-6212-0F6A-1389-1048C2EAF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2310" name="Oval 4">
            <a:extLst>
              <a:ext uri="{FF2B5EF4-FFF2-40B4-BE49-F238E27FC236}">
                <a16:creationId xmlns:a16="http://schemas.microsoft.com/office/drawing/2014/main" id="{FB6A71F3-2106-DD9E-C06D-0C3C846ED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2311" name="Oval 5">
            <a:extLst>
              <a:ext uri="{FF2B5EF4-FFF2-40B4-BE49-F238E27FC236}">
                <a16:creationId xmlns:a16="http://schemas.microsoft.com/office/drawing/2014/main" id="{24498A09-C0BD-59A2-F6CA-CE9021424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2312" name="Oval 6">
            <a:extLst>
              <a:ext uri="{FF2B5EF4-FFF2-40B4-BE49-F238E27FC236}">
                <a16:creationId xmlns:a16="http://schemas.microsoft.com/office/drawing/2014/main" id="{493B146B-D9F8-AC66-F4EF-C75BF996F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2313" name="Oval 7">
            <a:extLst>
              <a:ext uri="{FF2B5EF4-FFF2-40B4-BE49-F238E27FC236}">
                <a16:creationId xmlns:a16="http://schemas.microsoft.com/office/drawing/2014/main" id="{5E3802C9-B062-D1C4-DAEA-F04AC7D1F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2314" name="Line 8">
            <a:extLst>
              <a:ext uri="{FF2B5EF4-FFF2-40B4-BE49-F238E27FC236}">
                <a16:creationId xmlns:a16="http://schemas.microsoft.com/office/drawing/2014/main" id="{682E376A-89B6-48D6-BBAC-0ED75A99103E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15" name="Line 9">
            <a:extLst>
              <a:ext uri="{FF2B5EF4-FFF2-40B4-BE49-F238E27FC236}">
                <a16:creationId xmlns:a16="http://schemas.microsoft.com/office/drawing/2014/main" id="{2A8D3337-7C30-D31A-7C55-72AA387BCF0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16" name="Line 10">
            <a:extLst>
              <a:ext uri="{FF2B5EF4-FFF2-40B4-BE49-F238E27FC236}">
                <a16:creationId xmlns:a16="http://schemas.microsoft.com/office/drawing/2014/main" id="{2D6312E5-5547-0CEC-8C0F-4CC084CDBE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17" name="Line 11">
            <a:extLst>
              <a:ext uri="{FF2B5EF4-FFF2-40B4-BE49-F238E27FC236}">
                <a16:creationId xmlns:a16="http://schemas.microsoft.com/office/drawing/2014/main" id="{0ACD2240-0606-F580-D9E2-BB143CF3FB86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2290" name="Object 12">
            <a:extLst>
              <a:ext uri="{FF2B5EF4-FFF2-40B4-BE49-F238E27FC236}">
                <a16:creationId xmlns:a16="http://schemas.microsoft.com/office/drawing/2014/main" id="{17CCF85B-A370-ABC1-77C8-B1D809EA1C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12290" name="Object 12">
                        <a:extLst>
                          <a:ext uri="{FF2B5EF4-FFF2-40B4-BE49-F238E27FC236}">
                            <a16:creationId xmlns:a16="http://schemas.microsoft.com/office/drawing/2014/main" id="{17CCF85B-A370-ABC1-77C8-B1D809EA1C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8" name="Oval 13">
            <a:extLst>
              <a:ext uri="{FF2B5EF4-FFF2-40B4-BE49-F238E27FC236}">
                <a16:creationId xmlns:a16="http://schemas.microsoft.com/office/drawing/2014/main" id="{BAA635C7-F0A4-632A-118E-D60B20528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2291" name="Object 14">
            <a:extLst>
              <a:ext uri="{FF2B5EF4-FFF2-40B4-BE49-F238E27FC236}">
                <a16:creationId xmlns:a16="http://schemas.microsoft.com/office/drawing/2014/main" id="{C8B4C9E9-12DA-9E63-6FFC-377D4D5167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81501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12291" name="Object 14">
                        <a:extLst>
                          <a:ext uri="{FF2B5EF4-FFF2-40B4-BE49-F238E27FC236}">
                            <a16:creationId xmlns:a16="http://schemas.microsoft.com/office/drawing/2014/main" id="{C8B4C9E9-12DA-9E63-6FFC-377D4D5167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1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Object 15">
            <a:extLst>
              <a:ext uri="{FF2B5EF4-FFF2-40B4-BE49-F238E27FC236}">
                <a16:creationId xmlns:a16="http://schemas.microsoft.com/office/drawing/2014/main" id="{C07E0589-3A8E-796D-95C5-DA077F9872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12292" name="Object 15">
                        <a:extLst>
                          <a:ext uri="{FF2B5EF4-FFF2-40B4-BE49-F238E27FC236}">
                            <a16:creationId xmlns:a16="http://schemas.microsoft.com/office/drawing/2014/main" id="{C07E0589-3A8E-796D-95C5-DA077F9872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Object 16">
            <a:extLst>
              <a:ext uri="{FF2B5EF4-FFF2-40B4-BE49-F238E27FC236}">
                <a16:creationId xmlns:a16="http://schemas.microsoft.com/office/drawing/2014/main" id="{3F9D5201-3970-3320-DB4B-91444BE355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69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12293" name="Object 16">
                        <a:extLst>
                          <a:ext uri="{FF2B5EF4-FFF2-40B4-BE49-F238E27FC236}">
                            <a16:creationId xmlns:a16="http://schemas.microsoft.com/office/drawing/2014/main" id="{3F9D5201-3970-3320-DB4B-91444BE355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17">
            <a:extLst>
              <a:ext uri="{FF2B5EF4-FFF2-40B4-BE49-F238E27FC236}">
                <a16:creationId xmlns:a16="http://schemas.microsoft.com/office/drawing/2014/main" id="{5983BFF7-1325-D83A-356E-AC94BB603E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05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100" imgH="469900" progId="Equation.3">
                  <p:embed/>
                </p:oleObj>
              </mc:Choice>
              <mc:Fallback>
                <p:oleObj name="Equation" r:id="rId10" imgW="419100" imgH="469900" progId="Equation.3">
                  <p:embed/>
                  <p:pic>
                    <p:nvPicPr>
                      <p:cNvPr id="12294" name="Object 17">
                        <a:extLst>
                          <a:ext uri="{FF2B5EF4-FFF2-40B4-BE49-F238E27FC236}">
                            <a16:creationId xmlns:a16="http://schemas.microsoft.com/office/drawing/2014/main" id="{5983BFF7-1325-D83A-356E-AC94BB603E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9" name="Line 18">
            <a:extLst>
              <a:ext uri="{FF2B5EF4-FFF2-40B4-BE49-F238E27FC236}">
                <a16:creationId xmlns:a16="http://schemas.microsoft.com/office/drawing/2014/main" id="{D61FD98E-843C-D781-CF73-1413575BFC5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2295" name="Object 19">
            <a:extLst>
              <a:ext uri="{FF2B5EF4-FFF2-40B4-BE49-F238E27FC236}">
                <a16:creationId xmlns:a16="http://schemas.microsoft.com/office/drawing/2014/main" id="{90B7C90A-6346-9F61-C34B-A73641914F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12295" name="Object 19">
                        <a:extLst>
                          <a:ext uri="{FF2B5EF4-FFF2-40B4-BE49-F238E27FC236}">
                            <a16:creationId xmlns:a16="http://schemas.microsoft.com/office/drawing/2014/main" id="{90B7C90A-6346-9F61-C34B-A73641914F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6" name="Object 20">
            <a:extLst>
              <a:ext uri="{FF2B5EF4-FFF2-40B4-BE49-F238E27FC236}">
                <a16:creationId xmlns:a16="http://schemas.microsoft.com/office/drawing/2014/main" id="{EF3695DB-6736-8F4C-1115-673E65849A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12296" name="Object 20">
                        <a:extLst>
                          <a:ext uri="{FF2B5EF4-FFF2-40B4-BE49-F238E27FC236}">
                            <a16:creationId xmlns:a16="http://schemas.microsoft.com/office/drawing/2014/main" id="{EF3695DB-6736-8F4C-1115-673E65849A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7" name="Object 21">
            <a:extLst>
              <a:ext uri="{FF2B5EF4-FFF2-40B4-BE49-F238E27FC236}">
                <a16:creationId xmlns:a16="http://schemas.microsoft.com/office/drawing/2014/main" id="{B5507E34-D951-D23D-70BE-7B4C378305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12297" name="Object 21">
                        <a:extLst>
                          <a:ext uri="{FF2B5EF4-FFF2-40B4-BE49-F238E27FC236}">
                            <a16:creationId xmlns:a16="http://schemas.microsoft.com/office/drawing/2014/main" id="{B5507E34-D951-D23D-70BE-7B4C378305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8" name="Object 22">
            <a:extLst>
              <a:ext uri="{FF2B5EF4-FFF2-40B4-BE49-F238E27FC236}">
                <a16:creationId xmlns:a16="http://schemas.microsoft.com/office/drawing/2014/main" id="{CE16AC69-685B-0179-3ADC-FA364AED17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12298" name="Object 22">
                        <a:extLst>
                          <a:ext uri="{FF2B5EF4-FFF2-40B4-BE49-F238E27FC236}">
                            <a16:creationId xmlns:a16="http://schemas.microsoft.com/office/drawing/2014/main" id="{CE16AC69-685B-0179-3ADC-FA364AED17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20" name="Oval 23">
            <a:extLst>
              <a:ext uri="{FF2B5EF4-FFF2-40B4-BE49-F238E27FC236}">
                <a16:creationId xmlns:a16="http://schemas.microsoft.com/office/drawing/2014/main" id="{AD2E9C69-B624-AAF3-4737-FD9C85C66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35941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2299" name="Object 24">
            <a:extLst>
              <a:ext uri="{FF2B5EF4-FFF2-40B4-BE49-F238E27FC236}">
                <a16:creationId xmlns:a16="http://schemas.microsoft.com/office/drawing/2014/main" id="{E3FF2FA9-148D-1DB2-7D38-52DE6B74EB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08901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06224" imgH="469696" progId="Equation.3">
                  <p:embed/>
                </p:oleObj>
              </mc:Choice>
              <mc:Fallback>
                <p:oleObj name="Equation" r:id="rId17" imgW="406224" imgH="469696" progId="Equation.3">
                  <p:embed/>
                  <p:pic>
                    <p:nvPicPr>
                      <p:cNvPr id="12299" name="Object 24">
                        <a:extLst>
                          <a:ext uri="{FF2B5EF4-FFF2-40B4-BE49-F238E27FC236}">
                            <a16:creationId xmlns:a16="http://schemas.microsoft.com/office/drawing/2014/main" id="{E3FF2FA9-148D-1DB2-7D38-52DE6B74EB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1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0" name="Object 25">
            <a:extLst>
              <a:ext uri="{FF2B5EF4-FFF2-40B4-BE49-F238E27FC236}">
                <a16:creationId xmlns:a16="http://schemas.microsoft.com/office/drawing/2014/main" id="{C21EB9BF-C603-1270-F0A5-A727BE58E9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1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12300" name="Object 25">
                        <a:extLst>
                          <a:ext uri="{FF2B5EF4-FFF2-40B4-BE49-F238E27FC236}">
                            <a16:creationId xmlns:a16="http://schemas.microsoft.com/office/drawing/2014/main" id="{C21EB9BF-C603-1270-F0A5-A727BE58E9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1" name="Object 26">
            <a:extLst>
              <a:ext uri="{FF2B5EF4-FFF2-40B4-BE49-F238E27FC236}">
                <a16:creationId xmlns:a16="http://schemas.microsoft.com/office/drawing/2014/main" id="{C26B72FC-A830-9A50-B6E9-D01DDD8D57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12301" name="Object 26">
                        <a:extLst>
                          <a:ext uri="{FF2B5EF4-FFF2-40B4-BE49-F238E27FC236}">
                            <a16:creationId xmlns:a16="http://schemas.microsoft.com/office/drawing/2014/main" id="{C26B72FC-A830-9A50-B6E9-D01DDD8D57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2" name="Object 27">
            <a:extLst>
              <a:ext uri="{FF2B5EF4-FFF2-40B4-BE49-F238E27FC236}">
                <a16:creationId xmlns:a16="http://schemas.microsoft.com/office/drawing/2014/main" id="{BAD2E0FF-9F03-376D-028D-214045D7BE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79279" imgH="380835" progId="Equation.3">
                  <p:embed/>
                </p:oleObj>
              </mc:Choice>
              <mc:Fallback>
                <p:oleObj name="Equation" r:id="rId20" imgW="279279" imgH="380835" progId="Equation.3">
                  <p:embed/>
                  <p:pic>
                    <p:nvPicPr>
                      <p:cNvPr id="12302" name="Object 27">
                        <a:extLst>
                          <a:ext uri="{FF2B5EF4-FFF2-40B4-BE49-F238E27FC236}">
                            <a16:creationId xmlns:a16="http://schemas.microsoft.com/office/drawing/2014/main" id="{BAD2E0FF-9F03-376D-028D-214045D7BE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3" name="Object 28">
            <a:extLst>
              <a:ext uri="{FF2B5EF4-FFF2-40B4-BE49-F238E27FC236}">
                <a16:creationId xmlns:a16="http://schemas.microsoft.com/office/drawing/2014/main" id="{BDBEB7EC-D380-DDC3-0FEA-C874F5097C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79279" imgH="380835" progId="Equation.3">
                  <p:embed/>
                </p:oleObj>
              </mc:Choice>
              <mc:Fallback>
                <p:oleObj name="Equation" r:id="rId21" imgW="279279" imgH="380835" progId="Equation.3">
                  <p:embed/>
                  <p:pic>
                    <p:nvPicPr>
                      <p:cNvPr id="12303" name="Object 28">
                        <a:extLst>
                          <a:ext uri="{FF2B5EF4-FFF2-40B4-BE49-F238E27FC236}">
                            <a16:creationId xmlns:a16="http://schemas.microsoft.com/office/drawing/2014/main" id="{BDBEB7EC-D380-DDC3-0FEA-C874F5097C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21" name="Freeform 29">
            <a:extLst>
              <a:ext uri="{FF2B5EF4-FFF2-40B4-BE49-F238E27FC236}">
                <a16:creationId xmlns:a16="http://schemas.microsoft.com/office/drawing/2014/main" id="{3D8B873C-8D9A-B43A-1F12-0A649DB0ED76}"/>
              </a:ext>
            </a:extLst>
          </p:cNvPr>
          <p:cNvSpPr>
            <a:spLocks/>
          </p:cNvSpPr>
          <p:nvPr/>
        </p:nvSpPr>
        <p:spPr bwMode="auto">
          <a:xfrm>
            <a:off x="7467600" y="2819400"/>
            <a:ext cx="660400" cy="850900"/>
          </a:xfrm>
          <a:custGeom>
            <a:avLst/>
            <a:gdLst>
              <a:gd name="T0" fmla="*/ 383063737 w 416"/>
              <a:gd name="T1" fmla="*/ 1350803532 h 536"/>
              <a:gd name="T2" fmla="*/ 20161250 w 416"/>
              <a:gd name="T3" fmla="*/ 504031219 h 536"/>
              <a:gd name="T4" fmla="*/ 504031301 w 416"/>
              <a:gd name="T5" fmla="*/ 20161247 h 536"/>
              <a:gd name="T6" fmla="*/ 987901357 w 416"/>
              <a:gd name="T7" fmla="*/ 383063675 h 536"/>
              <a:gd name="T8" fmla="*/ 866933892 w 416"/>
              <a:gd name="T9" fmla="*/ 1229836087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2304" name="Object 30">
            <a:extLst>
              <a:ext uri="{FF2B5EF4-FFF2-40B4-BE49-F238E27FC236}">
                <a16:creationId xmlns:a16="http://schemas.microsoft.com/office/drawing/2014/main" id="{0E98A652-A0C3-086E-96E7-CF0537ED5D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80301" y="23749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72808" imgH="444307" progId="Equation.3">
                  <p:embed/>
                </p:oleObj>
              </mc:Choice>
              <mc:Fallback>
                <p:oleObj name="Equation" r:id="rId22" imgW="672808" imgH="444307" progId="Equation.3">
                  <p:embed/>
                  <p:pic>
                    <p:nvPicPr>
                      <p:cNvPr id="12304" name="Object 30">
                        <a:extLst>
                          <a:ext uri="{FF2B5EF4-FFF2-40B4-BE49-F238E27FC236}">
                            <a16:creationId xmlns:a16="http://schemas.microsoft.com/office/drawing/2014/main" id="{0E98A652-A0C3-086E-96E7-CF0537ED5D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1" y="23749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22" name="Line 31">
            <a:extLst>
              <a:ext uri="{FF2B5EF4-FFF2-40B4-BE49-F238E27FC236}">
                <a16:creationId xmlns:a16="http://schemas.microsoft.com/office/drawing/2014/main" id="{39FC02DA-5ADD-3CA1-8B88-5FF382FCBC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39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23" name="Freeform 32">
            <a:extLst>
              <a:ext uri="{FF2B5EF4-FFF2-40B4-BE49-F238E27FC236}">
                <a16:creationId xmlns:a16="http://schemas.microsoft.com/office/drawing/2014/main" id="{8D3E3A40-BF8D-AA1C-7380-91FE21C52A08}"/>
              </a:ext>
            </a:extLst>
          </p:cNvPr>
          <p:cNvSpPr>
            <a:spLocks/>
          </p:cNvSpPr>
          <p:nvPr/>
        </p:nvSpPr>
        <p:spPr bwMode="auto">
          <a:xfrm>
            <a:off x="5943600" y="3962400"/>
            <a:ext cx="1752600" cy="990600"/>
          </a:xfrm>
          <a:custGeom>
            <a:avLst/>
            <a:gdLst>
              <a:gd name="T0" fmla="*/ 0 w 1104"/>
              <a:gd name="T1" fmla="*/ 1572577282 h 624"/>
              <a:gd name="T2" fmla="*/ 1088707415 w 1104"/>
              <a:gd name="T3" fmla="*/ 483870009 h 624"/>
              <a:gd name="T4" fmla="*/ 2147483647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2324" name="Freeform 33">
            <a:extLst>
              <a:ext uri="{FF2B5EF4-FFF2-40B4-BE49-F238E27FC236}">
                <a16:creationId xmlns:a16="http://schemas.microsoft.com/office/drawing/2014/main" id="{4D816D83-BFF9-8119-556D-E0021C46B6AD}"/>
              </a:ext>
            </a:extLst>
          </p:cNvPr>
          <p:cNvSpPr>
            <a:spLocks/>
          </p:cNvSpPr>
          <p:nvPr/>
        </p:nvSpPr>
        <p:spPr bwMode="auto">
          <a:xfrm>
            <a:off x="4648200" y="3771900"/>
            <a:ext cx="2971800" cy="1181100"/>
          </a:xfrm>
          <a:custGeom>
            <a:avLst/>
            <a:gdLst>
              <a:gd name="T0" fmla="*/ 0 w 1872"/>
              <a:gd name="T1" fmla="*/ 1874996428 h 744"/>
              <a:gd name="T2" fmla="*/ 1814512820 w 1872"/>
              <a:gd name="T3" fmla="*/ 302418750 h 744"/>
              <a:gd name="T4" fmla="*/ 2147483647 w 1872"/>
              <a:gd name="T5" fmla="*/ 60483755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2325" name="Freeform 34">
            <a:extLst>
              <a:ext uri="{FF2B5EF4-FFF2-40B4-BE49-F238E27FC236}">
                <a16:creationId xmlns:a16="http://schemas.microsoft.com/office/drawing/2014/main" id="{A7BE7197-A5BD-2194-C75C-7EC1738AFC2C}"/>
              </a:ext>
            </a:extLst>
          </p:cNvPr>
          <p:cNvSpPr>
            <a:spLocks/>
          </p:cNvSpPr>
          <p:nvPr/>
        </p:nvSpPr>
        <p:spPr bwMode="auto">
          <a:xfrm>
            <a:off x="3352800" y="3149600"/>
            <a:ext cx="4343400" cy="1803400"/>
          </a:xfrm>
          <a:custGeom>
            <a:avLst/>
            <a:gdLst>
              <a:gd name="T0" fmla="*/ 0 w 2736"/>
              <a:gd name="T1" fmla="*/ 2147483647 h 1136"/>
              <a:gd name="T2" fmla="*/ 1814512646 w 2736"/>
              <a:gd name="T3" fmla="*/ 322579961 h 1136"/>
              <a:gd name="T4" fmla="*/ 2147483647 w 2736"/>
              <a:gd name="T5" fmla="*/ 927417498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2326" name="Text Box 35">
            <a:extLst>
              <a:ext uri="{FF2B5EF4-FFF2-40B4-BE49-F238E27FC236}">
                <a16:creationId xmlns:a16="http://schemas.microsoft.com/office/drawing/2014/main" id="{E1B5DD1B-3EAD-B5B6-46B7-E8832ADE3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1" y="3124200"/>
            <a:ext cx="13890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reject</a:t>
            </a:r>
          </a:p>
        </p:txBody>
      </p:sp>
      <p:sp>
        <p:nvSpPr>
          <p:cNvPr id="12327" name="Rectangle 36">
            <a:extLst>
              <a:ext uri="{FF2B5EF4-FFF2-40B4-BE49-F238E27FC236}">
                <a16:creationId xmlns:a16="http://schemas.microsoft.com/office/drawing/2014/main" id="{AD5DE6C6-F575-DE63-E473-5D0DA9D55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2328" name="Line 37">
            <a:extLst>
              <a:ext uri="{FF2B5EF4-FFF2-40B4-BE49-F238E27FC236}">
                <a16:creationId xmlns:a16="http://schemas.microsoft.com/office/drawing/2014/main" id="{5732EB80-6DF0-AB8B-D51C-E9C4A7F01C09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29" name="Line 38">
            <a:extLst>
              <a:ext uri="{FF2B5EF4-FFF2-40B4-BE49-F238E27FC236}">
                <a16:creationId xmlns:a16="http://schemas.microsoft.com/office/drawing/2014/main" id="{FCB0C533-475A-E393-CAAD-ECF40728E3E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30" name="Line 39">
            <a:extLst>
              <a:ext uri="{FF2B5EF4-FFF2-40B4-BE49-F238E27FC236}">
                <a16:creationId xmlns:a16="http://schemas.microsoft.com/office/drawing/2014/main" id="{B1AB86C1-AEFC-054E-B24B-20333337325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2305" name="Object 40">
            <a:extLst>
              <a:ext uri="{FF2B5EF4-FFF2-40B4-BE49-F238E27FC236}">
                <a16:creationId xmlns:a16="http://schemas.microsoft.com/office/drawing/2014/main" id="{5A88E93D-D5F9-181C-81E5-C7EA03C9A2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66584" imgH="279279" progId="Equation.3">
                  <p:embed/>
                </p:oleObj>
              </mc:Choice>
              <mc:Fallback>
                <p:oleObj name="Equation" r:id="rId24" imgW="266584" imgH="279279" progId="Equation.3">
                  <p:embed/>
                  <p:pic>
                    <p:nvPicPr>
                      <p:cNvPr id="12305" name="Object 40">
                        <a:extLst>
                          <a:ext uri="{FF2B5EF4-FFF2-40B4-BE49-F238E27FC236}">
                            <a16:creationId xmlns:a16="http://schemas.microsoft.com/office/drawing/2014/main" id="{5A88E93D-D5F9-181C-81E5-C7EA03C9A2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6" name="Object 41">
            <a:extLst>
              <a:ext uri="{FF2B5EF4-FFF2-40B4-BE49-F238E27FC236}">
                <a16:creationId xmlns:a16="http://schemas.microsoft.com/office/drawing/2014/main" id="{1C456A72-0098-CC75-00EB-953F6DE7E2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79279" imgH="380835" progId="Equation.3">
                  <p:embed/>
                </p:oleObj>
              </mc:Choice>
              <mc:Fallback>
                <p:oleObj name="Equation" r:id="rId21" imgW="279279" imgH="380835" progId="Equation.3">
                  <p:embed/>
                  <p:pic>
                    <p:nvPicPr>
                      <p:cNvPr id="12306" name="Object 41">
                        <a:extLst>
                          <a:ext uri="{FF2B5EF4-FFF2-40B4-BE49-F238E27FC236}">
                            <a16:creationId xmlns:a16="http://schemas.microsoft.com/office/drawing/2014/main" id="{1C456A72-0098-CC75-00EB-953F6DE7E2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7" name="Object 42">
            <a:extLst>
              <a:ext uri="{FF2B5EF4-FFF2-40B4-BE49-F238E27FC236}">
                <a16:creationId xmlns:a16="http://schemas.microsoft.com/office/drawing/2014/main" id="{A57DDACE-180C-6FB9-5A83-A85B2974E0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5351" y="1498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66584" imgH="279279" progId="Equation.3">
                  <p:embed/>
                </p:oleObj>
              </mc:Choice>
              <mc:Fallback>
                <p:oleObj name="Equation" r:id="rId25" imgW="266584" imgH="279279" progId="Equation.3">
                  <p:embed/>
                  <p:pic>
                    <p:nvPicPr>
                      <p:cNvPr id="12307" name="Object 42">
                        <a:extLst>
                          <a:ext uri="{FF2B5EF4-FFF2-40B4-BE49-F238E27FC236}">
                            <a16:creationId xmlns:a16="http://schemas.microsoft.com/office/drawing/2014/main" id="{A57DDACE-180C-6FB9-5A83-A85B2974E0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5351" y="1498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31" name="Line 43">
            <a:extLst>
              <a:ext uri="{FF2B5EF4-FFF2-40B4-BE49-F238E27FC236}">
                <a16:creationId xmlns:a16="http://schemas.microsoft.com/office/drawing/2014/main" id="{02281E27-0FDC-16C5-1C6D-3BAA0E75A575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43434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32" name="Line 44">
            <a:extLst>
              <a:ext uri="{FF2B5EF4-FFF2-40B4-BE49-F238E27FC236}">
                <a16:creationId xmlns:a16="http://schemas.microsoft.com/office/drawing/2014/main" id="{44AF9F60-3226-4B6B-9A3B-8D14B34DC85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2333" name="Group 45">
            <a:extLst>
              <a:ext uri="{FF2B5EF4-FFF2-40B4-BE49-F238E27FC236}">
                <a16:creationId xmlns:a16="http://schemas.microsoft.com/office/drawing/2014/main" id="{214EFAA3-19A7-E248-5A32-1AD933033980}"/>
              </a:ext>
            </a:extLst>
          </p:cNvPr>
          <p:cNvGrpSpPr>
            <a:grpSpLocks/>
          </p:cNvGrpSpPr>
          <p:nvPr/>
        </p:nvGrpSpPr>
        <p:grpSpPr bwMode="auto">
          <a:xfrm>
            <a:off x="8077201" y="4114800"/>
            <a:ext cx="900113" cy="609600"/>
            <a:chOff x="4224" y="1824"/>
            <a:chExt cx="567" cy="384"/>
          </a:xfrm>
        </p:grpSpPr>
        <p:graphicFrame>
          <p:nvGraphicFramePr>
            <p:cNvPr id="12308" name="Object 46">
              <a:extLst>
                <a:ext uri="{FF2B5EF4-FFF2-40B4-BE49-F238E27FC236}">
                  <a16:creationId xmlns:a16="http://schemas.microsoft.com/office/drawing/2014/main" id="{D58B8DC0-4446-45BF-459B-AE5F5D47263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672808" imgH="444307" progId="Equation.3">
                    <p:embed/>
                  </p:oleObj>
                </mc:Choice>
                <mc:Fallback>
                  <p:oleObj name="Equation" r:id="rId26" imgW="672808" imgH="444307" progId="Equation.3">
                    <p:embed/>
                    <p:pic>
                      <p:nvPicPr>
                        <p:cNvPr id="12308" name="Object 46">
                          <a:extLst>
                            <a:ext uri="{FF2B5EF4-FFF2-40B4-BE49-F238E27FC236}">
                              <a16:creationId xmlns:a16="http://schemas.microsoft.com/office/drawing/2014/main" id="{D58B8DC0-4446-45BF-459B-AE5F5D47263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35" name="Line 47">
              <a:extLst>
                <a:ext uri="{FF2B5EF4-FFF2-40B4-BE49-F238E27FC236}">
                  <a16:creationId xmlns:a16="http://schemas.microsoft.com/office/drawing/2014/main" id="{A3846544-2602-0F83-AB1D-BF0B505583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334" name="Text Box 48">
            <a:extLst>
              <a:ext uri="{FF2B5EF4-FFF2-40B4-BE49-F238E27FC236}">
                <a16:creationId xmlns:a16="http://schemas.microsoft.com/office/drawing/2014/main" id="{84729155-C669-9494-9CCE-50264BF01D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0"/>
            <a:ext cx="3048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Input finished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1" name="Rectangle 2">
            <a:extLst>
              <a:ext uri="{FF2B5EF4-FFF2-40B4-BE49-F238E27FC236}">
                <a16:creationId xmlns:a16="http://schemas.microsoft.com/office/drawing/2014/main" id="{52131F37-25DA-83CB-FE97-BDE3DAD277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88392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/>
              <a:t>Another Rejection</a:t>
            </a:r>
          </a:p>
        </p:txBody>
      </p:sp>
      <p:sp>
        <p:nvSpPr>
          <p:cNvPr id="13332" name="Rectangle 3">
            <a:extLst>
              <a:ext uri="{FF2B5EF4-FFF2-40B4-BE49-F238E27FC236}">
                <a16:creationId xmlns:a16="http://schemas.microsoft.com/office/drawing/2014/main" id="{4181FAE5-D3A1-DD19-981B-225FB74273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 </a:t>
            </a:r>
          </a:p>
        </p:txBody>
      </p:sp>
      <p:sp>
        <p:nvSpPr>
          <p:cNvPr id="13333" name="Oval 4">
            <a:extLst>
              <a:ext uri="{FF2B5EF4-FFF2-40B4-BE49-F238E27FC236}">
                <a16:creationId xmlns:a16="http://schemas.microsoft.com/office/drawing/2014/main" id="{63935D5F-D550-D29E-8D50-163A45932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876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3334" name="Oval 5">
            <a:extLst>
              <a:ext uri="{FF2B5EF4-FFF2-40B4-BE49-F238E27FC236}">
                <a16:creationId xmlns:a16="http://schemas.microsoft.com/office/drawing/2014/main" id="{47F723FA-4816-F0DF-FC4A-F2ADC5C00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3335" name="Oval 6">
            <a:extLst>
              <a:ext uri="{FF2B5EF4-FFF2-40B4-BE49-F238E27FC236}">
                <a16:creationId xmlns:a16="http://schemas.microsoft.com/office/drawing/2014/main" id="{E221E245-2068-99E8-3322-933FF3844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3336" name="Oval 7">
            <a:extLst>
              <a:ext uri="{FF2B5EF4-FFF2-40B4-BE49-F238E27FC236}">
                <a16:creationId xmlns:a16="http://schemas.microsoft.com/office/drawing/2014/main" id="{E1A99B0C-260B-35FA-2B44-F06062FEC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3337" name="Oval 8">
            <a:extLst>
              <a:ext uri="{FF2B5EF4-FFF2-40B4-BE49-F238E27FC236}">
                <a16:creationId xmlns:a16="http://schemas.microsoft.com/office/drawing/2014/main" id="{0B2EC239-38A7-7C1A-9312-CAABC05AF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3338" name="Line 9">
            <a:extLst>
              <a:ext uri="{FF2B5EF4-FFF2-40B4-BE49-F238E27FC236}">
                <a16:creationId xmlns:a16="http://schemas.microsoft.com/office/drawing/2014/main" id="{586AD21F-846E-4223-DD65-4F88FB47EF6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51816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39" name="Line 10">
            <a:extLst>
              <a:ext uri="{FF2B5EF4-FFF2-40B4-BE49-F238E27FC236}">
                <a16:creationId xmlns:a16="http://schemas.microsoft.com/office/drawing/2014/main" id="{9F0F03D5-C7A3-F92C-3F42-9F6CD4D30E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40" name="Line 11">
            <a:extLst>
              <a:ext uri="{FF2B5EF4-FFF2-40B4-BE49-F238E27FC236}">
                <a16:creationId xmlns:a16="http://schemas.microsoft.com/office/drawing/2014/main" id="{0F8317A4-F2A8-5E8B-B980-BE8411A34BA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41" name="Line 12">
            <a:extLst>
              <a:ext uri="{FF2B5EF4-FFF2-40B4-BE49-F238E27FC236}">
                <a16:creationId xmlns:a16="http://schemas.microsoft.com/office/drawing/2014/main" id="{9D56AF0A-7A0F-8649-8A6D-6F9C4FC67519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42" name="Oval 13">
            <a:extLst>
              <a:ext uri="{FF2B5EF4-FFF2-40B4-BE49-F238E27FC236}">
                <a16:creationId xmlns:a16="http://schemas.microsoft.com/office/drawing/2014/main" id="{2A959A07-8BC5-4C31-0CC8-B267D3F42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3314" name="Object 14">
            <a:extLst>
              <a:ext uri="{FF2B5EF4-FFF2-40B4-BE49-F238E27FC236}">
                <a16:creationId xmlns:a16="http://schemas.microsoft.com/office/drawing/2014/main" id="{F937D72A-D991-2E72-BCDD-87F81199AB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81501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2751" imgH="469696" progId="Equation.3">
                  <p:embed/>
                </p:oleObj>
              </mc:Choice>
              <mc:Fallback>
                <p:oleObj name="Equation" r:id="rId2" imgW="342751" imgH="469696" progId="Equation.3">
                  <p:embed/>
                  <p:pic>
                    <p:nvPicPr>
                      <p:cNvPr id="13314" name="Object 14">
                        <a:extLst>
                          <a:ext uri="{FF2B5EF4-FFF2-40B4-BE49-F238E27FC236}">
                            <a16:creationId xmlns:a16="http://schemas.microsoft.com/office/drawing/2014/main" id="{F937D72A-D991-2E72-BCDD-87F81199AB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1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15">
            <a:extLst>
              <a:ext uri="{FF2B5EF4-FFF2-40B4-BE49-F238E27FC236}">
                <a16:creationId xmlns:a16="http://schemas.microsoft.com/office/drawing/2014/main" id="{C2B9B09C-03AB-9B4E-F98E-DE9B7D69E8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3529" imgH="469696" progId="Equation.3">
                  <p:embed/>
                </p:oleObj>
              </mc:Choice>
              <mc:Fallback>
                <p:oleObj name="Equation" r:id="rId4" imgW="393529" imgH="469696" progId="Equation.3">
                  <p:embed/>
                  <p:pic>
                    <p:nvPicPr>
                      <p:cNvPr id="13315" name="Object 15">
                        <a:extLst>
                          <a:ext uri="{FF2B5EF4-FFF2-40B4-BE49-F238E27FC236}">
                            <a16:creationId xmlns:a16="http://schemas.microsoft.com/office/drawing/2014/main" id="{C2B9B09C-03AB-9B4E-F98E-DE9B7D69E8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16">
            <a:extLst>
              <a:ext uri="{FF2B5EF4-FFF2-40B4-BE49-F238E27FC236}">
                <a16:creationId xmlns:a16="http://schemas.microsoft.com/office/drawing/2014/main" id="{FC34E98E-6994-716D-1E30-B16DF67604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69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13316" name="Object 16">
                        <a:extLst>
                          <a:ext uri="{FF2B5EF4-FFF2-40B4-BE49-F238E27FC236}">
                            <a16:creationId xmlns:a16="http://schemas.microsoft.com/office/drawing/2014/main" id="{FC34E98E-6994-716D-1E30-B16DF67604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17">
            <a:extLst>
              <a:ext uri="{FF2B5EF4-FFF2-40B4-BE49-F238E27FC236}">
                <a16:creationId xmlns:a16="http://schemas.microsoft.com/office/drawing/2014/main" id="{1051755E-B0A6-1C60-DE80-23BA36D905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05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100" imgH="469900" progId="Equation.3">
                  <p:embed/>
                </p:oleObj>
              </mc:Choice>
              <mc:Fallback>
                <p:oleObj name="Equation" r:id="rId8" imgW="419100" imgH="469900" progId="Equation.3">
                  <p:embed/>
                  <p:pic>
                    <p:nvPicPr>
                      <p:cNvPr id="13317" name="Object 17">
                        <a:extLst>
                          <a:ext uri="{FF2B5EF4-FFF2-40B4-BE49-F238E27FC236}">
                            <a16:creationId xmlns:a16="http://schemas.microsoft.com/office/drawing/2014/main" id="{1051755E-B0A6-1C60-DE80-23BA36D905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43" name="Line 18">
            <a:extLst>
              <a:ext uri="{FF2B5EF4-FFF2-40B4-BE49-F238E27FC236}">
                <a16:creationId xmlns:a16="http://schemas.microsoft.com/office/drawing/2014/main" id="{BF675349-8B1B-6F8C-4BB8-2D5722CE8B7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318" name="Object 19">
            <a:extLst>
              <a:ext uri="{FF2B5EF4-FFF2-40B4-BE49-F238E27FC236}">
                <a16:creationId xmlns:a16="http://schemas.microsoft.com/office/drawing/2014/main" id="{71E29430-7A7D-7DCA-187B-8D8BFAB577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584" imgH="279279" progId="Equation.3">
                  <p:embed/>
                </p:oleObj>
              </mc:Choice>
              <mc:Fallback>
                <p:oleObj name="Equation" r:id="rId10" imgW="266584" imgH="279279" progId="Equation.3">
                  <p:embed/>
                  <p:pic>
                    <p:nvPicPr>
                      <p:cNvPr id="13318" name="Object 19">
                        <a:extLst>
                          <a:ext uri="{FF2B5EF4-FFF2-40B4-BE49-F238E27FC236}">
                            <a16:creationId xmlns:a16="http://schemas.microsoft.com/office/drawing/2014/main" id="{71E29430-7A7D-7DCA-187B-8D8BFAB577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9" name="Object 20">
            <a:extLst>
              <a:ext uri="{FF2B5EF4-FFF2-40B4-BE49-F238E27FC236}">
                <a16:creationId xmlns:a16="http://schemas.microsoft.com/office/drawing/2014/main" id="{C1B12C38-55DB-05E4-A86F-6F4C3ABF52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9279" imgH="380835" progId="Equation.3">
                  <p:embed/>
                </p:oleObj>
              </mc:Choice>
              <mc:Fallback>
                <p:oleObj name="Equation" r:id="rId12" imgW="279279" imgH="380835" progId="Equation.3">
                  <p:embed/>
                  <p:pic>
                    <p:nvPicPr>
                      <p:cNvPr id="13319" name="Object 20">
                        <a:extLst>
                          <a:ext uri="{FF2B5EF4-FFF2-40B4-BE49-F238E27FC236}">
                            <a16:creationId xmlns:a16="http://schemas.microsoft.com/office/drawing/2014/main" id="{C1B12C38-55DB-05E4-A86F-6F4C3ABF52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0" name="Object 21">
            <a:extLst>
              <a:ext uri="{FF2B5EF4-FFF2-40B4-BE49-F238E27FC236}">
                <a16:creationId xmlns:a16="http://schemas.microsoft.com/office/drawing/2014/main" id="{17716B7B-A3DF-B90F-C869-4694BFE5B1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13320" name="Object 21">
                        <a:extLst>
                          <a:ext uri="{FF2B5EF4-FFF2-40B4-BE49-F238E27FC236}">
                            <a16:creationId xmlns:a16="http://schemas.microsoft.com/office/drawing/2014/main" id="{17716B7B-A3DF-B90F-C869-4694BFE5B1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1" name="Object 22">
            <a:extLst>
              <a:ext uri="{FF2B5EF4-FFF2-40B4-BE49-F238E27FC236}">
                <a16:creationId xmlns:a16="http://schemas.microsoft.com/office/drawing/2014/main" id="{C1FB4ED8-2C3C-4837-3F68-AC3095C41F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13321" name="Object 22">
                        <a:extLst>
                          <a:ext uri="{FF2B5EF4-FFF2-40B4-BE49-F238E27FC236}">
                            <a16:creationId xmlns:a16="http://schemas.microsoft.com/office/drawing/2014/main" id="{C1FB4ED8-2C3C-4837-3F68-AC3095C41F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44" name="Oval 23">
            <a:extLst>
              <a:ext uri="{FF2B5EF4-FFF2-40B4-BE49-F238E27FC236}">
                <a16:creationId xmlns:a16="http://schemas.microsoft.com/office/drawing/2014/main" id="{EFA51213-0863-47A3-1340-EBB3F00CA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3322" name="Object 24">
            <a:extLst>
              <a:ext uri="{FF2B5EF4-FFF2-40B4-BE49-F238E27FC236}">
                <a16:creationId xmlns:a16="http://schemas.microsoft.com/office/drawing/2014/main" id="{07AF467F-5DC0-E2BB-656C-88DAE078EC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08901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06224" imgH="469696" progId="Equation.3">
                  <p:embed/>
                </p:oleObj>
              </mc:Choice>
              <mc:Fallback>
                <p:oleObj name="Equation" r:id="rId16" imgW="406224" imgH="469696" progId="Equation.3">
                  <p:embed/>
                  <p:pic>
                    <p:nvPicPr>
                      <p:cNvPr id="13322" name="Object 24">
                        <a:extLst>
                          <a:ext uri="{FF2B5EF4-FFF2-40B4-BE49-F238E27FC236}">
                            <a16:creationId xmlns:a16="http://schemas.microsoft.com/office/drawing/2014/main" id="{07AF467F-5DC0-E2BB-656C-88DAE078EC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1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3" name="Object 25">
            <a:extLst>
              <a:ext uri="{FF2B5EF4-FFF2-40B4-BE49-F238E27FC236}">
                <a16:creationId xmlns:a16="http://schemas.microsoft.com/office/drawing/2014/main" id="{C372EC9E-4BC4-B7AC-0A5B-58D3759A48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1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13323" name="Object 25">
                        <a:extLst>
                          <a:ext uri="{FF2B5EF4-FFF2-40B4-BE49-F238E27FC236}">
                            <a16:creationId xmlns:a16="http://schemas.microsoft.com/office/drawing/2014/main" id="{C372EC9E-4BC4-B7AC-0A5B-58D3759A48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4" name="Object 26">
            <a:extLst>
              <a:ext uri="{FF2B5EF4-FFF2-40B4-BE49-F238E27FC236}">
                <a16:creationId xmlns:a16="http://schemas.microsoft.com/office/drawing/2014/main" id="{A797DC95-BDE2-A17F-C477-62F340C5B7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13324" name="Object 26">
                        <a:extLst>
                          <a:ext uri="{FF2B5EF4-FFF2-40B4-BE49-F238E27FC236}">
                            <a16:creationId xmlns:a16="http://schemas.microsoft.com/office/drawing/2014/main" id="{A797DC95-BDE2-A17F-C477-62F340C5B7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5" name="Object 27">
            <a:extLst>
              <a:ext uri="{FF2B5EF4-FFF2-40B4-BE49-F238E27FC236}">
                <a16:creationId xmlns:a16="http://schemas.microsoft.com/office/drawing/2014/main" id="{1ED4E87C-73AC-45DA-899E-98D699ADCD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79279" imgH="380835" progId="Equation.3">
                  <p:embed/>
                </p:oleObj>
              </mc:Choice>
              <mc:Fallback>
                <p:oleObj name="Equation" r:id="rId19" imgW="279279" imgH="380835" progId="Equation.3">
                  <p:embed/>
                  <p:pic>
                    <p:nvPicPr>
                      <p:cNvPr id="13325" name="Object 27">
                        <a:extLst>
                          <a:ext uri="{FF2B5EF4-FFF2-40B4-BE49-F238E27FC236}">
                            <a16:creationId xmlns:a16="http://schemas.microsoft.com/office/drawing/2014/main" id="{1ED4E87C-73AC-45DA-899E-98D699ADCD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6" name="Object 28">
            <a:extLst>
              <a:ext uri="{FF2B5EF4-FFF2-40B4-BE49-F238E27FC236}">
                <a16:creationId xmlns:a16="http://schemas.microsoft.com/office/drawing/2014/main" id="{2B6A2E39-1CDD-6E5A-4E83-C359061DE0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79279" imgH="380835" progId="Equation.3">
                  <p:embed/>
                </p:oleObj>
              </mc:Choice>
              <mc:Fallback>
                <p:oleObj name="Equation" r:id="rId19" imgW="279279" imgH="380835" progId="Equation.3">
                  <p:embed/>
                  <p:pic>
                    <p:nvPicPr>
                      <p:cNvPr id="13326" name="Object 28">
                        <a:extLst>
                          <a:ext uri="{FF2B5EF4-FFF2-40B4-BE49-F238E27FC236}">
                            <a16:creationId xmlns:a16="http://schemas.microsoft.com/office/drawing/2014/main" id="{2B6A2E39-1CDD-6E5A-4E83-C359061DE0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45" name="Freeform 29">
            <a:extLst>
              <a:ext uri="{FF2B5EF4-FFF2-40B4-BE49-F238E27FC236}">
                <a16:creationId xmlns:a16="http://schemas.microsoft.com/office/drawing/2014/main" id="{2D1ED471-4E2C-C565-7B3E-09352F0AF49D}"/>
              </a:ext>
            </a:extLst>
          </p:cNvPr>
          <p:cNvSpPr>
            <a:spLocks/>
          </p:cNvSpPr>
          <p:nvPr/>
        </p:nvSpPr>
        <p:spPr bwMode="auto">
          <a:xfrm>
            <a:off x="7467600" y="2819400"/>
            <a:ext cx="660400" cy="850900"/>
          </a:xfrm>
          <a:custGeom>
            <a:avLst/>
            <a:gdLst>
              <a:gd name="T0" fmla="*/ 383063737 w 416"/>
              <a:gd name="T1" fmla="*/ 1350803532 h 536"/>
              <a:gd name="T2" fmla="*/ 20161250 w 416"/>
              <a:gd name="T3" fmla="*/ 504031219 h 536"/>
              <a:gd name="T4" fmla="*/ 504031301 w 416"/>
              <a:gd name="T5" fmla="*/ 20161247 h 536"/>
              <a:gd name="T6" fmla="*/ 987901357 w 416"/>
              <a:gd name="T7" fmla="*/ 383063675 h 536"/>
              <a:gd name="T8" fmla="*/ 866933892 w 416"/>
              <a:gd name="T9" fmla="*/ 1229836087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3327" name="Object 30">
            <a:extLst>
              <a:ext uri="{FF2B5EF4-FFF2-40B4-BE49-F238E27FC236}">
                <a16:creationId xmlns:a16="http://schemas.microsoft.com/office/drawing/2014/main" id="{1FFB614C-02F3-C11A-F585-50BF9853A3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80301" y="23749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72808" imgH="444307" progId="Equation.3">
                  <p:embed/>
                </p:oleObj>
              </mc:Choice>
              <mc:Fallback>
                <p:oleObj name="Equation" r:id="rId20" imgW="672808" imgH="444307" progId="Equation.3">
                  <p:embed/>
                  <p:pic>
                    <p:nvPicPr>
                      <p:cNvPr id="13327" name="Object 30">
                        <a:extLst>
                          <a:ext uri="{FF2B5EF4-FFF2-40B4-BE49-F238E27FC236}">
                            <a16:creationId xmlns:a16="http://schemas.microsoft.com/office/drawing/2014/main" id="{1FFB614C-02F3-C11A-F585-50BF9853A3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1" y="23749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46" name="Line 31">
            <a:extLst>
              <a:ext uri="{FF2B5EF4-FFF2-40B4-BE49-F238E27FC236}">
                <a16:creationId xmlns:a16="http://schemas.microsoft.com/office/drawing/2014/main" id="{A3C1DA09-7D70-C9C4-4016-7BB8996A72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39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47" name="Freeform 32">
            <a:extLst>
              <a:ext uri="{FF2B5EF4-FFF2-40B4-BE49-F238E27FC236}">
                <a16:creationId xmlns:a16="http://schemas.microsoft.com/office/drawing/2014/main" id="{4506D217-6C97-C27E-4075-15A2DC8A3C46}"/>
              </a:ext>
            </a:extLst>
          </p:cNvPr>
          <p:cNvSpPr>
            <a:spLocks/>
          </p:cNvSpPr>
          <p:nvPr/>
        </p:nvSpPr>
        <p:spPr bwMode="auto">
          <a:xfrm>
            <a:off x="5943600" y="3962400"/>
            <a:ext cx="1752600" cy="990600"/>
          </a:xfrm>
          <a:custGeom>
            <a:avLst/>
            <a:gdLst>
              <a:gd name="T0" fmla="*/ 0 w 1104"/>
              <a:gd name="T1" fmla="*/ 1572577282 h 624"/>
              <a:gd name="T2" fmla="*/ 1088707415 w 1104"/>
              <a:gd name="T3" fmla="*/ 483870009 h 624"/>
              <a:gd name="T4" fmla="*/ 2147483647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3348" name="Freeform 33">
            <a:extLst>
              <a:ext uri="{FF2B5EF4-FFF2-40B4-BE49-F238E27FC236}">
                <a16:creationId xmlns:a16="http://schemas.microsoft.com/office/drawing/2014/main" id="{284DAF3D-B783-8238-4FA3-E2F6BF80555D}"/>
              </a:ext>
            </a:extLst>
          </p:cNvPr>
          <p:cNvSpPr>
            <a:spLocks/>
          </p:cNvSpPr>
          <p:nvPr/>
        </p:nvSpPr>
        <p:spPr bwMode="auto">
          <a:xfrm>
            <a:off x="4648200" y="3771900"/>
            <a:ext cx="2971800" cy="1181100"/>
          </a:xfrm>
          <a:custGeom>
            <a:avLst/>
            <a:gdLst>
              <a:gd name="T0" fmla="*/ 0 w 1872"/>
              <a:gd name="T1" fmla="*/ 1874996428 h 744"/>
              <a:gd name="T2" fmla="*/ 1814512820 w 1872"/>
              <a:gd name="T3" fmla="*/ 302418750 h 744"/>
              <a:gd name="T4" fmla="*/ 2147483647 w 1872"/>
              <a:gd name="T5" fmla="*/ 60483755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3349" name="Freeform 34">
            <a:extLst>
              <a:ext uri="{FF2B5EF4-FFF2-40B4-BE49-F238E27FC236}">
                <a16:creationId xmlns:a16="http://schemas.microsoft.com/office/drawing/2014/main" id="{E2C5399B-8AB2-B868-F217-71A341752210}"/>
              </a:ext>
            </a:extLst>
          </p:cNvPr>
          <p:cNvSpPr>
            <a:spLocks/>
          </p:cNvSpPr>
          <p:nvPr/>
        </p:nvSpPr>
        <p:spPr bwMode="auto">
          <a:xfrm>
            <a:off x="3352800" y="3149600"/>
            <a:ext cx="4343400" cy="1803400"/>
          </a:xfrm>
          <a:custGeom>
            <a:avLst/>
            <a:gdLst>
              <a:gd name="T0" fmla="*/ 0 w 2736"/>
              <a:gd name="T1" fmla="*/ 2147483647 h 1136"/>
              <a:gd name="T2" fmla="*/ 1814512646 w 2736"/>
              <a:gd name="T3" fmla="*/ 322579961 h 1136"/>
              <a:gd name="T4" fmla="*/ 2147483647 w 2736"/>
              <a:gd name="T5" fmla="*/ 927417498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3350" name="Rectangle 35">
            <a:extLst>
              <a:ext uri="{FF2B5EF4-FFF2-40B4-BE49-F238E27FC236}">
                <a16:creationId xmlns:a16="http://schemas.microsoft.com/office/drawing/2014/main" id="{0C168A68-7052-2EEC-5967-F6A7A5F9C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3351" name="Line 42">
            <a:extLst>
              <a:ext uri="{FF2B5EF4-FFF2-40B4-BE49-F238E27FC236}">
                <a16:creationId xmlns:a16="http://schemas.microsoft.com/office/drawing/2014/main" id="{C9380875-D632-3696-C18F-7B9A8E6B613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52" name="Line 43">
            <a:extLst>
              <a:ext uri="{FF2B5EF4-FFF2-40B4-BE49-F238E27FC236}">
                <a16:creationId xmlns:a16="http://schemas.microsoft.com/office/drawing/2014/main" id="{ADC12CBD-5A34-FD76-11EA-90F78B7C3397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3353" name="Group 44">
            <a:extLst>
              <a:ext uri="{FF2B5EF4-FFF2-40B4-BE49-F238E27FC236}">
                <a16:creationId xmlns:a16="http://schemas.microsoft.com/office/drawing/2014/main" id="{648BD8E5-5763-50E6-1079-D412FE60C5F9}"/>
              </a:ext>
            </a:extLst>
          </p:cNvPr>
          <p:cNvGrpSpPr>
            <a:grpSpLocks/>
          </p:cNvGrpSpPr>
          <p:nvPr/>
        </p:nvGrpSpPr>
        <p:grpSpPr bwMode="auto">
          <a:xfrm>
            <a:off x="8077201" y="4114800"/>
            <a:ext cx="900113" cy="609600"/>
            <a:chOff x="4224" y="1824"/>
            <a:chExt cx="567" cy="384"/>
          </a:xfrm>
        </p:grpSpPr>
        <p:graphicFrame>
          <p:nvGraphicFramePr>
            <p:cNvPr id="13330" name="Object 45">
              <a:extLst>
                <a:ext uri="{FF2B5EF4-FFF2-40B4-BE49-F238E27FC236}">
                  <a16:creationId xmlns:a16="http://schemas.microsoft.com/office/drawing/2014/main" id="{EFDF3640-1CE5-965B-C1BD-A56F9EA4DEA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672808" imgH="444307" progId="Equation.3">
                    <p:embed/>
                  </p:oleObj>
                </mc:Choice>
                <mc:Fallback>
                  <p:oleObj name="Equation" r:id="rId22" imgW="672808" imgH="444307" progId="Equation.3">
                    <p:embed/>
                    <p:pic>
                      <p:nvPicPr>
                        <p:cNvPr id="13330" name="Object 45">
                          <a:extLst>
                            <a:ext uri="{FF2B5EF4-FFF2-40B4-BE49-F238E27FC236}">
                              <a16:creationId xmlns:a16="http://schemas.microsoft.com/office/drawing/2014/main" id="{EFDF3640-1CE5-965B-C1BD-A56F9EA4DEA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54" name="Line 46">
              <a:extLst>
                <a:ext uri="{FF2B5EF4-FFF2-40B4-BE49-F238E27FC236}">
                  <a16:creationId xmlns:a16="http://schemas.microsoft.com/office/drawing/2014/main" id="{61415E6F-C076-7F75-BF47-18ED335EBB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13328" name="Object 47">
            <a:extLst>
              <a:ext uri="{FF2B5EF4-FFF2-40B4-BE49-F238E27FC236}">
                <a16:creationId xmlns:a16="http://schemas.microsoft.com/office/drawing/2014/main" id="{E3E09CA0-55DD-6C48-FB49-9B3D8361E7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419100" imgH="469900" progId="Equation.3">
                  <p:embed/>
                </p:oleObj>
              </mc:Choice>
              <mc:Fallback>
                <p:oleObj name="Equation" r:id="rId23" imgW="419100" imgH="469900" progId="Equation.3">
                  <p:embed/>
                  <p:pic>
                    <p:nvPicPr>
                      <p:cNvPr id="13328" name="Object 47">
                        <a:extLst>
                          <a:ext uri="{FF2B5EF4-FFF2-40B4-BE49-F238E27FC236}">
                            <a16:creationId xmlns:a16="http://schemas.microsoft.com/office/drawing/2014/main" id="{E3E09CA0-55DD-6C48-FB49-9B3D8361E7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9" name="Object 48">
            <a:extLst>
              <a:ext uri="{FF2B5EF4-FFF2-40B4-BE49-F238E27FC236}">
                <a16:creationId xmlns:a16="http://schemas.microsoft.com/office/drawing/2014/main" id="{EA28FD31-8897-D828-427B-A0C7196BF5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0" y="1447800"/>
          <a:ext cx="279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79279" imgH="342751" progId="Equation.3">
                  <p:embed/>
                </p:oleObj>
              </mc:Choice>
              <mc:Fallback>
                <p:oleObj name="Equation" r:id="rId25" imgW="279279" imgH="342751" progId="Equation.3">
                  <p:embed/>
                  <p:pic>
                    <p:nvPicPr>
                      <p:cNvPr id="13329" name="Object 48">
                        <a:extLst>
                          <a:ext uri="{FF2B5EF4-FFF2-40B4-BE49-F238E27FC236}">
                            <a16:creationId xmlns:a16="http://schemas.microsoft.com/office/drawing/2014/main" id="{EA28FD31-8897-D828-427B-A0C7196BF5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447800"/>
                        <a:ext cx="279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5" name="Rectangle 3">
            <a:extLst>
              <a:ext uri="{FF2B5EF4-FFF2-40B4-BE49-F238E27FC236}">
                <a16:creationId xmlns:a16="http://schemas.microsoft.com/office/drawing/2014/main" id="{3CD804BA-3FBB-1233-EE2D-033E1122B0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 </a:t>
            </a:r>
          </a:p>
        </p:txBody>
      </p:sp>
      <p:sp>
        <p:nvSpPr>
          <p:cNvPr id="14356" name="Oval 4">
            <a:extLst>
              <a:ext uri="{FF2B5EF4-FFF2-40B4-BE49-F238E27FC236}">
                <a16:creationId xmlns:a16="http://schemas.microsoft.com/office/drawing/2014/main" id="{857322C9-51F4-08A4-F712-811C38F02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876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4357" name="Oval 5">
            <a:extLst>
              <a:ext uri="{FF2B5EF4-FFF2-40B4-BE49-F238E27FC236}">
                <a16:creationId xmlns:a16="http://schemas.microsoft.com/office/drawing/2014/main" id="{3F470143-CBAE-3E8A-4328-155D00342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4358" name="Oval 6">
            <a:extLst>
              <a:ext uri="{FF2B5EF4-FFF2-40B4-BE49-F238E27FC236}">
                <a16:creationId xmlns:a16="http://schemas.microsoft.com/office/drawing/2014/main" id="{B2066727-8150-ACCB-E7E6-37196FD1A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4359" name="Oval 7">
            <a:extLst>
              <a:ext uri="{FF2B5EF4-FFF2-40B4-BE49-F238E27FC236}">
                <a16:creationId xmlns:a16="http://schemas.microsoft.com/office/drawing/2014/main" id="{828BA25C-5313-2BEC-1D42-98EC11806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4360" name="Oval 8">
            <a:extLst>
              <a:ext uri="{FF2B5EF4-FFF2-40B4-BE49-F238E27FC236}">
                <a16:creationId xmlns:a16="http://schemas.microsoft.com/office/drawing/2014/main" id="{A95EF835-749F-987E-1B57-5991C5A53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4361" name="Line 9">
            <a:extLst>
              <a:ext uri="{FF2B5EF4-FFF2-40B4-BE49-F238E27FC236}">
                <a16:creationId xmlns:a16="http://schemas.microsoft.com/office/drawing/2014/main" id="{3EF50BB4-60C1-0714-79CE-0BDE75563A6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51816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62" name="Line 10">
            <a:extLst>
              <a:ext uri="{FF2B5EF4-FFF2-40B4-BE49-F238E27FC236}">
                <a16:creationId xmlns:a16="http://schemas.microsoft.com/office/drawing/2014/main" id="{10A9B2ED-7EFC-A89B-B804-636E33F94C4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63" name="Line 11">
            <a:extLst>
              <a:ext uri="{FF2B5EF4-FFF2-40B4-BE49-F238E27FC236}">
                <a16:creationId xmlns:a16="http://schemas.microsoft.com/office/drawing/2014/main" id="{68A204AC-9F16-4D99-D661-1DB3610F51C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64" name="Line 12">
            <a:extLst>
              <a:ext uri="{FF2B5EF4-FFF2-40B4-BE49-F238E27FC236}">
                <a16:creationId xmlns:a16="http://schemas.microsoft.com/office/drawing/2014/main" id="{03CE70AC-2FBF-DDCC-77FA-F95DC62A1AC0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65" name="Oval 13">
            <a:extLst>
              <a:ext uri="{FF2B5EF4-FFF2-40B4-BE49-F238E27FC236}">
                <a16:creationId xmlns:a16="http://schemas.microsoft.com/office/drawing/2014/main" id="{6BB16642-0B9C-3277-46E5-3F80B92BD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4338" name="Object 14">
            <a:extLst>
              <a:ext uri="{FF2B5EF4-FFF2-40B4-BE49-F238E27FC236}">
                <a16:creationId xmlns:a16="http://schemas.microsoft.com/office/drawing/2014/main" id="{ADC991FD-B5A8-FFF6-703C-3B3B118319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81501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2751" imgH="469696" progId="Equation.3">
                  <p:embed/>
                </p:oleObj>
              </mc:Choice>
              <mc:Fallback>
                <p:oleObj name="Equation" r:id="rId2" imgW="342751" imgH="469696" progId="Equation.3">
                  <p:embed/>
                  <p:pic>
                    <p:nvPicPr>
                      <p:cNvPr id="14338" name="Object 14">
                        <a:extLst>
                          <a:ext uri="{FF2B5EF4-FFF2-40B4-BE49-F238E27FC236}">
                            <a16:creationId xmlns:a16="http://schemas.microsoft.com/office/drawing/2014/main" id="{ADC991FD-B5A8-FFF6-703C-3B3B118319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1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Object 15">
            <a:extLst>
              <a:ext uri="{FF2B5EF4-FFF2-40B4-BE49-F238E27FC236}">
                <a16:creationId xmlns:a16="http://schemas.microsoft.com/office/drawing/2014/main" id="{2809E75E-0AC8-CF8D-0F78-F7D7809E26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3529" imgH="469696" progId="Equation.3">
                  <p:embed/>
                </p:oleObj>
              </mc:Choice>
              <mc:Fallback>
                <p:oleObj name="Equation" r:id="rId4" imgW="393529" imgH="469696" progId="Equation.3">
                  <p:embed/>
                  <p:pic>
                    <p:nvPicPr>
                      <p:cNvPr id="14339" name="Object 15">
                        <a:extLst>
                          <a:ext uri="{FF2B5EF4-FFF2-40B4-BE49-F238E27FC236}">
                            <a16:creationId xmlns:a16="http://schemas.microsoft.com/office/drawing/2014/main" id="{2809E75E-0AC8-CF8D-0F78-F7D7809E26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Object 16">
            <a:extLst>
              <a:ext uri="{FF2B5EF4-FFF2-40B4-BE49-F238E27FC236}">
                <a16:creationId xmlns:a16="http://schemas.microsoft.com/office/drawing/2014/main" id="{2691BC78-0CAD-0B46-8639-3B2454E68A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69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14340" name="Object 16">
                        <a:extLst>
                          <a:ext uri="{FF2B5EF4-FFF2-40B4-BE49-F238E27FC236}">
                            <a16:creationId xmlns:a16="http://schemas.microsoft.com/office/drawing/2014/main" id="{2691BC78-0CAD-0B46-8639-3B2454E68A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Object 17">
            <a:extLst>
              <a:ext uri="{FF2B5EF4-FFF2-40B4-BE49-F238E27FC236}">
                <a16:creationId xmlns:a16="http://schemas.microsoft.com/office/drawing/2014/main" id="{ED009655-B302-CE69-45B8-DF5EAD5365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05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100" imgH="469900" progId="Equation.3">
                  <p:embed/>
                </p:oleObj>
              </mc:Choice>
              <mc:Fallback>
                <p:oleObj name="Equation" r:id="rId8" imgW="419100" imgH="469900" progId="Equation.3">
                  <p:embed/>
                  <p:pic>
                    <p:nvPicPr>
                      <p:cNvPr id="14341" name="Object 17">
                        <a:extLst>
                          <a:ext uri="{FF2B5EF4-FFF2-40B4-BE49-F238E27FC236}">
                            <a16:creationId xmlns:a16="http://schemas.microsoft.com/office/drawing/2014/main" id="{ED009655-B302-CE69-45B8-DF5EAD5365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6" name="Line 18">
            <a:extLst>
              <a:ext uri="{FF2B5EF4-FFF2-40B4-BE49-F238E27FC236}">
                <a16:creationId xmlns:a16="http://schemas.microsoft.com/office/drawing/2014/main" id="{E9940371-364C-D853-6F4D-A6496993EBA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342" name="Object 19">
            <a:extLst>
              <a:ext uri="{FF2B5EF4-FFF2-40B4-BE49-F238E27FC236}">
                <a16:creationId xmlns:a16="http://schemas.microsoft.com/office/drawing/2014/main" id="{FF463A28-26DD-C2A9-4705-4BBF47FC32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584" imgH="279279" progId="Equation.3">
                  <p:embed/>
                </p:oleObj>
              </mc:Choice>
              <mc:Fallback>
                <p:oleObj name="Equation" r:id="rId10" imgW="266584" imgH="279279" progId="Equation.3">
                  <p:embed/>
                  <p:pic>
                    <p:nvPicPr>
                      <p:cNvPr id="14342" name="Object 19">
                        <a:extLst>
                          <a:ext uri="{FF2B5EF4-FFF2-40B4-BE49-F238E27FC236}">
                            <a16:creationId xmlns:a16="http://schemas.microsoft.com/office/drawing/2014/main" id="{FF463A28-26DD-C2A9-4705-4BBF47FC32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Object 20">
            <a:extLst>
              <a:ext uri="{FF2B5EF4-FFF2-40B4-BE49-F238E27FC236}">
                <a16:creationId xmlns:a16="http://schemas.microsoft.com/office/drawing/2014/main" id="{CDFEF53B-9887-7C16-6558-A8069985D2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9279" imgH="380835" progId="Equation.3">
                  <p:embed/>
                </p:oleObj>
              </mc:Choice>
              <mc:Fallback>
                <p:oleObj name="Equation" r:id="rId12" imgW="279279" imgH="380835" progId="Equation.3">
                  <p:embed/>
                  <p:pic>
                    <p:nvPicPr>
                      <p:cNvPr id="14343" name="Object 20">
                        <a:extLst>
                          <a:ext uri="{FF2B5EF4-FFF2-40B4-BE49-F238E27FC236}">
                            <a16:creationId xmlns:a16="http://schemas.microsoft.com/office/drawing/2014/main" id="{CDFEF53B-9887-7C16-6558-A8069985D2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4" name="Object 21">
            <a:extLst>
              <a:ext uri="{FF2B5EF4-FFF2-40B4-BE49-F238E27FC236}">
                <a16:creationId xmlns:a16="http://schemas.microsoft.com/office/drawing/2014/main" id="{92A678EA-4B18-E7AC-5380-1DC150545B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14344" name="Object 21">
                        <a:extLst>
                          <a:ext uri="{FF2B5EF4-FFF2-40B4-BE49-F238E27FC236}">
                            <a16:creationId xmlns:a16="http://schemas.microsoft.com/office/drawing/2014/main" id="{92A678EA-4B18-E7AC-5380-1DC150545B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5" name="Object 22">
            <a:extLst>
              <a:ext uri="{FF2B5EF4-FFF2-40B4-BE49-F238E27FC236}">
                <a16:creationId xmlns:a16="http://schemas.microsoft.com/office/drawing/2014/main" id="{1D3F8DA3-E555-5E74-EB03-445F62BE3F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14345" name="Object 22">
                        <a:extLst>
                          <a:ext uri="{FF2B5EF4-FFF2-40B4-BE49-F238E27FC236}">
                            <a16:creationId xmlns:a16="http://schemas.microsoft.com/office/drawing/2014/main" id="{1D3F8DA3-E555-5E74-EB03-445F62BE3F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7" name="Oval 23">
            <a:extLst>
              <a:ext uri="{FF2B5EF4-FFF2-40B4-BE49-F238E27FC236}">
                <a16:creationId xmlns:a16="http://schemas.microsoft.com/office/drawing/2014/main" id="{0B64D7D8-BE0D-6FF0-1AC1-618F792A3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4346" name="Object 24">
            <a:extLst>
              <a:ext uri="{FF2B5EF4-FFF2-40B4-BE49-F238E27FC236}">
                <a16:creationId xmlns:a16="http://schemas.microsoft.com/office/drawing/2014/main" id="{26ADFFB7-0160-7A49-5514-83140D988F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08901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06224" imgH="469696" progId="Equation.3">
                  <p:embed/>
                </p:oleObj>
              </mc:Choice>
              <mc:Fallback>
                <p:oleObj name="Equation" r:id="rId16" imgW="406224" imgH="469696" progId="Equation.3">
                  <p:embed/>
                  <p:pic>
                    <p:nvPicPr>
                      <p:cNvPr id="14346" name="Object 24">
                        <a:extLst>
                          <a:ext uri="{FF2B5EF4-FFF2-40B4-BE49-F238E27FC236}">
                            <a16:creationId xmlns:a16="http://schemas.microsoft.com/office/drawing/2014/main" id="{26ADFFB7-0160-7A49-5514-83140D988F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1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7" name="Object 25">
            <a:extLst>
              <a:ext uri="{FF2B5EF4-FFF2-40B4-BE49-F238E27FC236}">
                <a16:creationId xmlns:a16="http://schemas.microsoft.com/office/drawing/2014/main" id="{0D302FD8-84D2-A91D-2E14-A93A7E5CCF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1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14347" name="Object 25">
                        <a:extLst>
                          <a:ext uri="{FF2B5EF4-FFF2-40B4-BE49-F238E27FC236}">
                            <a16:creationId xmlns:a16="http://schemas.microsoft.com/office/drawing/2014/main" id="{0D302FD8-84D2-A91D-2E14-A93A7E5CCF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8" name="Object 26">
            <a:extLst>
              <a:ext uri="{FF2B5EF4-FFF2-40B4-BE49-F238E27FC236}">
                <a16:creationId xmlns:a16="http://schemas.microsoft.com/office/drawing/2014/main" id="{470D653A-0B90-6453-1C0B-DDC3836A64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14348" name="Object 26">
                        <a:extLst>
                          <a:ext uri="{FF2B5EF4-FFF2-40B4-BE49-F238E27FC236}">
                            <a16:creationId xmlns:a16="http://schemas.microsoft.com/office/drawing/2014/main" id="{470D653A-0B90-6453-1C0B-DDC3836A64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9" name="Object 27">
            <a:extLst>
              <a:ext uri="{FF2B5EF4-FFF2-40B4-BE49-F238E27FC236}">
                <a16:creationId xmlns:a16="http://schemas.microsoft.com/office/drawing/2014/main" id="{A5852A75-220E-FECA-E5C1-9D6D0D606C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79279" imgH="380835" progId="Equation.3">
                  <p:embed/>
                </p:oleObj>
              </mc:Choice>
              <mc:Fallback>
                <p:oleObj name="Equation" r:id="rId19" imgW="279279" imgH="380835" progId="Equation.3">
                  <p:embed/>
                  <p:pic>
                    <p:nvPicPr>
                      <p:cNvPr id="14349" name="Object 27">
                        <a:extLst>
                          <a:ext uri="{FF2B5EF4-FFF2-40B4-BE49-F238E27FC236}">
                            <a16:creationId xmlns:a16="http://schemas.microsoft.com/office/drawing/2014/main" id="{A5852A75-220E-FECA-E5C1-9D6D0D606C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0" name="Object 28">
            <a:extLst>
              <a:ext uri="{FF2B5EF4-FFF2-40B4-BE49-F238E27FC236}">
                <a16:creationId xmlns:a16="http://schemas.microsoft.com/office/drawing/2014/main" id="{82CF5A8F-F2F2-32E2-39AA-0862FF0B35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79279" imgH="380835" progId="Equation.3">
                  <p:embed/>
                </p:oleObj>
              </mc:Choice>
              <mc:Fallback>
                <p:oleObj name="Equation" r:id="rId19" imgW="279279" imgH="380835" progId="Equation.3">
                  <p:embed/>
                  <p:pic>
                    <p:nvPicPr>
                      <p:cNvPr id="14350" name="Object 28">
                        <a:extLst>
                          <a:ext uri="{FF2B5EF4-FFF2-40B4-BE49-F238E27FC236}">
                            <a16:creationId xmlns:a16="http://schemas.microsoft.com/office/drawing/2014/main" id="{82CF5A8F-F2F2-32E2-39AA-0862FF0B35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8" name="Freeform 29">
            <a:extLst>
              <a:ext uri="{FF2B5EF4-FFF2-40B4-BE49-F238E27FC236}">
                <a16:creationId xmlns:a16="http://schemas.microsoft.com/office/drawing/2014/main" id="{0F634372-585A-2FC1-D851-994C94A70B94}"/>
              </a:ext>
            </a:extLst>
          </p:cNvPr>
          <p:cNvSpPr>
            <a:spLocks/>
          </p:cNvSpPr>
          <p:nvPr/>
        </p:nvSpPr>
        <p:spPr bwMode="auto">
          <a:xfrm>
            <a:off x="7467600" y="2819400"/>
            <a:ext cx="660400" cy="850900"/>
          </a:xfrm>
          <a:custGeom>
            <a:avLst/>
            <a:gdLst>
              <a:gd name="T0" fmla="*/ 383063737 w 416"/>
              <a:gd name="T1" fmla="*/ 1350803532 h 536"/>
              <a:gd name="T2" fmla="*/ 20161250 w 416"/>
              <a:gd name="T3" fmla="*/ 504031219 h 536"/>
              <a:gd name="T4" fmla="*/ 504031301 w 416"/>
              <a:gd name="T5" fmla="*/ 20161247 h 536"/>
              <a:gd name="T6" fmla="*/ 987901357 w 416"/>
              <a:gd name="T7" fmla="*/ 383063675 h 536"/>
              <a:gd name="T8" fmla="*/ 866933892 w 416"/>
              <a:gd name="T9" fmla="*/ 1229836087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4351" name="Object 30">
            <a:extLst>
              <a:ext uri="{FF2B5EF4-FFF2-40B4-BE49-F238E27FC236}">
                <a16:creationId xmlns:a16="http://schemas.microsoft.com/office/drawing/2014/main" id="{A74BC8D3-0398-378B-4F75-22D5D205CD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80301" y="23749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72808" imgH="444307" progId="Equation.3">
                  <p:embed/>
                </p:oleObj>
              </mc:Choice>
              <mc:Fallback>
                <p:oleObj name="Equation" r:id="rId20" imgW="672808" imgH="444307" progId="Equation.3">
                  <p:embed/>
                  <p:pic>
                    <p:nvPicPr>
                      <p:cNvPr id="14351" name="Object 30">
                        <a:extLst>
                          <a:ext uri="{FF2B5EF4-FFF2-40B4-BE49-F238E27FC236}">
                            <a16:creationId xmlns:a16="http://schemas.microsoft.com/office/drawing/2014/main" id="{A74BC8D3-0398-378B-4F75-22D5D205CD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1" y="23749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9" name="Line 31">
            <a:extLst>
              <a:ext uri="{FF2B5EF4-FFF2-40B4-BE49-F238E27FC236}">
                <a16:creationId xmlns:a16="http://schemas.microsoft.com/office/drawing/2014/main" id="{D1D39671-B141-7451-AA2F-3EE40F1BB9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39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70" name="Freeform 32">
            <a:extLst>
              <a:ext uri="{FF2B5EF4-FFF2-40B4-BE49-F238E27FC236}">
                <a16:creationId xmlns:a16="http://schemas.microsoft.com/office/drawing/2014/main" id="{D2775106-5EB5-4579-8C7A-AA8A67545D63}"/>
              </a:ext>
            </a:extLst>
          </p:cNvPr>
          <p:cNvSpPr>
            <a:spLocks/>
          </p:cNvSpPr>
          <p:nvPr/>
        </p:nvSpPr>
        <p:spPr bwMode="auto">
          <a:xfrm>
            <a:off x="5943600" y="3962400"/>
            <a:ext cx="1752600" cy="990600"/>
          </a:xfrm>
          <a:custGeom>
            <a:avLst/>
            <a:gdLst>
              <a:gd name="T0" fmla="*/ 0 w 1104"/>
              <a:gd name="T1" fmla="*/ 1572577282 h 624"/>
              <a:gd name="T2" fmla="*/ 1088707415 w 1104"/>
              <a:gd name="T3" fmla="*/ 483870009 h 624"/>
              <a:gd name="T4" fmla="*/ 2147483647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4371" name="Freeform 33">
            <a:extLst>
              <a:ext uri="{FF2B5EF4-FFF2-40B4-BE49-F238E27FC236}">
                <a16:creationId xmlns:a16="http://schemas.microsoft.com/office/drawing/2014/main" id="{9EFC8CB3-D758-7108-4CB5-7115CF2DA2AC}"/>
              </a:ext>
            </a:extLst>
          </p:cNvPr>
          <p:cNvSpPr>
            <a:spLocks/>
          </p:cNvSpPr>
          <p:nvPr/>
        </p:nvSpPr>
        <p:spPr bwMode="auto">
          <a:xfrm>
            <a:off x="4648200" y="3771900"/>
            <a:ext cx="2971800" cy="1181100"/>
          </a:xfrm>
          <a:custGeom>
            <a:avLst/>
            <a:gdLst>
              <a:gd name="T0" fmla="*/ 0 w 1872"/>
              <a:gd name="T1" fmla="*/ 1874996428 h 744"/>
              <a:gd name="T2" fmla="*/ 1814512820 w 1872"/>
              <a:gd name="T3" fmla="*/ 302418750 h 744"/>
              <a:gd name="T4" fmla="*/ 2147483647 w 1872"/>
              <a:gd name="T5" fmla="*/ 60483755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4372" name="Freeform 34">
            <a:extLst>
              <a:ext uri="{FF2B5EF4-FFF2-40B4-BE49-F238E27FC236}">
                <a16:creationId xmlns:a16="http://schemas.microsoft.com/office/drawing/2014/main" id="{4E605AE8-A889-09B9-4A1B-A0C8FE39D5C0}"/>
              </a:ext>
            </a:extLst>
          </p:cNvPr>
          <p:cNvSpPr>
            <a:spLocks/>
          </p:cNvSpPr>
          <p:nvPr/>
        </p:nvSpPr>
        <p:spPr bwMode="auto">
          <a:xfrm>
            <a:off x="3352800" y="3149600"/>
            <a:ext cx="4343400" cy="1803400"/>
          </a:xfrm>
          <a:custGeom>
            <a:avLst/>
            <a:gdLst>
              <a:gd name="T0" fmla="*/ 0 w 2736"/>
              <a:gd name="T1" fmla="*/ 2147483647 h 1136"/>
              <a:gd name="T2" fmla="*/ 1814512646 w 2736"/>
              <a:gd name="T3" fmla="*/ 322579961 h 1136"/>
              <a:gd name="T4" fmla="*/ 2147483647 w 2736"/>
              <a:gd name="T5" fmla="*/ 927417498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4373" name="Rectangle 35">
            <a:extLst>
              <a:ext uri="{FF2B5EF4-FFF2-40B4-BE49-F238E27FC236}">
                <a16:creationId xmlns:a16="http://schemas.microsoft.com/office/drawing/2014/main" id="{40D064BB-D63F-AF98-1A12-4D8E24834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4374" name="Line 36">
            <a:extLst>
              <a:ext uri="{FF2B5EF4-FFF2-40B4-BE49-F238E27FC236}">
                <a16:creationId xmlns:a16="http://schemas.microsoft.com/office/drawing/2014/main" id="{445C8226-3228-FC70-3E3F-DC4F319775A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75" name="Line 37">
            <a:extLst>
              <a:ext uri="{FF2B5EF4-FFF2-40B4-BE49-F238E27FC236}">
                <a16:creationId xmlns:a16="http://schemas.microsoft.com/office/drawing/2014/main" id="{D5000A12-0B41-2AB6-9E46-5F762C13F8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4376" name="Group 38">
            <a:extLst>
              <a:ext uri="{FF2B5EF4-FFF2-40B4-BE49-F238E27FC236}">
                <a16:creationId xmlns:a16="http://schemas.microsoft.com/office/drawing/2014/main" id="{9291EA3C-392A-213A-886A-0F5C3D83C5DD}"/>
              </a:ext>
            </a:extLst>
          </p:cNvPr>
          <p:cNvGrpSpPr>
            <a:grpSpLocks/>
          </p:cNvGrpSpPr>
          <p:nvPr/>
        </p:nvGrpSpPr>
        <p:grpSpPr bwMode="auto">
          <a:xfrm>
            <a:off x="8077201" y="4114800"/>
            <a:ext cx="900113" cy="609600"/>
            <a:chOff x="4224" y="1824"/>
            <a:chExt cx="567" cy="384"/>
          </a:xfrm>
        </p:grpSpPr>
        <p:graphicFrame>
          <p:nvGraphicFramePr>
            <p:cNvPr id="14354" name="Object 39">
              <a:extLst>
                <a:ext uri="{FF2B5EF4-FFF2-40B4-BE49-F238E27FC236}">
                  <a16:creationId xmlns:a16="http://schemas.microsoft.com/office/drawing/2014/main" id="{94A7D28B-263D-FD42-7EB2-3D366D527C2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672808" imgH="444307" progId="Equation.3">
                    <p:embed/>
                  </p:oleObj>
                </mc:Choice>
                <mc:Fallback>
                  <p:oleObj name="Equation" r:id="rId22" imgW="672808" imgH="444307" progId="Equation.3">
                    <p:embed/>
                    <p:pic>
                      <p:nvPicPr>
                        <p:cNvPr id="14354" name="Object 39">
                          <a:extLst>
                            <a:ext uri="{FF2B5EF4-FFF2-40B4-BE49-F238E27FC236}">
                              <a16:creationId xmlns:a16="http://schemas.microsoft.com/office/drawing/2014/main" id="{94A7D28B-263D-FD42-7EB2-3D366D527C2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78" name="Line 40">
              <a:extLst>
                <a:ext uri="{FF2B5EF4-FFF2-40B4-BE49-F238E27FC236}">
                  <a16:creationId xmlns:a16="http://schemas.microsoft.com/office/drawing/2014/main" id="{215F0339-1CC5-FDB4-FD35-347C284465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14352" name="Object 41">
            <a:extLst>
              <a:ext uri="{FF2B5EF4-FFF2-40B4-BE49-F238E27FC236}">
                <a16:creationId xmlns:a16="http://schemas.microsoft.com/office/drawing/2014/main" id="{091BFB5C-514B-6B61-E539-9990A459E6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419100" imgH="469900" progId="Equation.3">
                  <p:embed/>
                </p:oleObj>
              </mc:Choice>
              <mc:Fallback>
                <p:oleObj name="Equation" r:id="rId23" imgW="419100" imgH="469900" progId="Equation.3">
                  <p:embed/>
                  <p:pic>
                    <p:nvPicPr>
                      <p:cNvPr id="14352" name="Object 41">
                        <a:extLst>
                          <a:ext uri="{FF2B5EF4-FFF2-40B4-BE49-F238E27FC236}">
                            <a16:creationId xmlns:a16="http://schemas.microsoft.com/office/drawing/2014/main" id="{091BFB5C-514B-6B61-E539-9990A459E6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77" name="Text Box 43">
            <a:extLst>
              <a:ext uri="{FF2B5EF4-FFF2-40B4-BE49-F238E27FC236}">
                <a16:creationId xmlns:a16="http://schemas.microsoft.com/office/drawing/2014/main" id="{C8B1A60D-E235-CFCC-08F6-711D45B79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1" y="5715000"/>
            <a:ext cx="13890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reject</a:t>
            </a:r>
          </a:p>
        </p:txBody>
      </p:sp>
      <p:graphicFrame>
        <p:nvGraphicFramePr>
          <p:cNvPr id="14353" name="Object 45">
            <a:extLst>
              <a:ext uri="{FF2B5EF4-FFF2-40B4-BE49-F238E27FC236}">
                <a16:creationId xmlns:a16="http://schemas.microsoft.com/office/drawing/2014/main" id="{184BAEAA-EB67-B329-C13E-42FD80655E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0" y="1447800"/>
          <a:ext cx="279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79279" imgH="342751" progId="Equation.3">
                  <p:embed/>
                </p:oleObj>
              </mc:Choice>
              <mc:Fallback>
                <p:oleObj name="Equation" r:id="rId25" imgW="279279" imgH="342751" progId="Equation.3">
                  <p:embed/>
                  <p:pic>
                    <p:nvPicPr>
                      <p:cNvPr id="14353" name="Object 45">
                        <a:extLst>
                          <a:ext uri="{FF2B5EF4-FFF2-40B4-BE49-F238E27FC236}">
                            <a16:creationId xmlns:a16="http://schemas.microsoft.com/office/drawing/2014/main" id="{184BAEAA-EB67-B329-C13E-42FD80655E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447800"/>
                        <a:ext cx="279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2" name="Rectangle 2">
            <a:extLst>
              <a:ext uri="{FF2B5EF4-FFF2-40B4-BE49-F238E27FC236}">
                <a16:creationId xmlns:a16="http://schemas.microsoft.com/office/drawing/2014/main" id="{A6A9734A-ADBE-3BA6-BF43-9ED807AA06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0" y="0"/>
            <a:ext cx="88392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/>
              <a:t>Another Example</a:t>
            </a:r>
          </a:p>
        </p:txBody>
      </p:sp>
      <p:sp>
        <p:nvSpPr>
          <p:cNvPr id="15373" name="Oval 3">
            <a:extLst>
              <a:ext uri="{FF2B5EF4-FFF2-40B4-BE49-F238E27FC236}">
                <a16:creationId xmlns:a16="http://schemas.microsoft.com/office/drawing/2014/main" id="{9A72E490-6C67-81B5-AB31-A2E58CE2B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419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5374" name="Oval 4">
            <a:extLst>
              <a:ext uri="{FF2B5EF4-FFF2-40B4-BE49-F238E27FC236}">
                <a16:creationId xmlns:a16="http://schemas.microsoft.com/office/drawing/2014/main" id="{BBC18396-E4BB-7C9A-B3ED-B7323629F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5375" name="Oval 5">
            <a:extLst>
              <a:ext uri="{FF2B5EF4-FFF2-40B4-BE49-F238E27FC236}">
                <a16:creationId xmlns:a16="http://schemas.microsoft.com/office/drawing/2014/main" id="{5D77E3D7-05B1-3DF3-70A4-0637A6B54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5376" name="Line 6">
            <a:extLst>
              <a:ext uri="{FF2B5EF4-FFF2-40B4-BE49-F238E27FC236}">
                <a16:creationId xmlns:a16="http://schemas.microsoft.com/office/drawing/2014/main" id="{7203F1E3-12A8-64EF-1991-7B89E5816D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48006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7" name="Oval 7">
            <a:extLst>
              <a:ext uri="{FF2B5EF4-FFF2-40B4-BE49-F238E27FC236}">
                <a16:creationId xmlns:a16="http://schemas.microsoft.com/office/drawing/2014/main" id="{C9762786-DBE2-83CC-C901-F22B3E937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1910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5378" name="Line 8">
            <a:extLst>
              <a:ext uri="{FF2B5EF4-FFF2-40B4-BE49-F238E27FC236}">
                <a16:creationId xmlns:a16="http://schemas.microsoft.com/office/drawing/2014/main" id="{34F01522-6314-60E2-5A73-208B2A9004BF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9" name="Line 9">
            <a:extLst>
              <a:ext uri="{FF2B5EF4-FFF2-40B4-BE49-F238E27FC236}">
                <a16:creationId xmlns:a16="http://schemas.microsoft.com/office/drawing/2014/main" id="{6B93F08E-5A3B-74C7-6043-0F81C4B8C602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0" name="Freeform 10">
            <a:extLst>
              <a:ext uri="{FF2B5EF4-FFF2-40B4-BE49-F238E27FC236}">
                <a16:creationId xmlns:a16="http://schemas.microsoft.com/office/drawing/2014/main" id="{2E1E6A51-BB9A-2A10-4ABE-A21556AC2187}"/>
              </a:ext>
            </a:extLst>
          </p:cNvPr>
          <p:cNvSpPr>
            <a:spLocks/>
          </p:cNvSpPr>
          <p:nvPr/>
        </p:nvSpPr>
        <p:spPr bwMode="auto">
          <a:xfrm>
            <a:off x="2641600" y="34163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5381" name="Freeform 11">
            <a:extLst>
              <a:ext uri="{FF2B5EF4-FFF2-40B4-BE49-F238E27FC236}">
                <a16:creationId xmlns:a16="http://schemas.microsoft.com/office/drawing/2014/main" id="{1A6B375D-295D-1AA7-029B-8F218B4CCD75}"/>
              </a:ext>
            </a:extLst>
          </p:cNvPr>
          <p:cNvSpPr>
            <a:spLocks/>
          </p:cNvSpPr>
          <p:nvPr/>
        </p:nvSpPr>
        <p:spPr bwMode="auto">
          <a:xfrm>
            <a:off x="8763000" y="34290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5362" name="Object 12">
            <a:extLst>
              <a:ext uri="{FF2B5EF4-FFF2-40B4-BE49-F238E27FC236}">
                <a16:creationId xmlns:a16="http://schemas.microsoft.com/office/drawing/2014/main" id="{C1899C23-ABF7-4831-3ED5-F0AF61F055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15362" name="Object 12">
                        <a:extLst>
                          <a:ext uri="{FF2B5EF4-FFF2-40B4-BE49-F238E27FC236}">
                            <a16:creationId xmlns:a16="http://schemas.microsoft.com/office/drawing/2014/main" id="{C1899C23-ABF7-4831-3ED5-F0AF61F055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13">
            <a:extLst>
              <a:ext uri="{FF2B5EF4-FFF2-40B4-BE49-F238E27FC236}">
                <a16:creationId xmlns:a16="http://schemas.microsoft.com/office/drawing/2014/main" id="{26B3539C-B135-2FD3-ADF2-FFA81CEB45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279" imgH="380835" progId="Equation.3">
                  <p:embed/>
                </p:oleObj>
              </mc:Choice>
              <mc:Fallback>
                <p:oleObj name="Equation" r:id="rId4" imgW="279279" imgH="380835" progId="Equation.3">
                  <p:embed/>
                  <p:pic>
                    <p:nvPicPr>
                      <p:cNvPr id="15363" name="Object 13">
                        <a:extLst>
                          <a:ext uri="{FF2B5EF4-FFF2-40B4-BE49-F238E27FC236}">
                            <a16:creationId xmlns:a16="http://schemas.microsoft.com/office/drawing/2014/main" id="{26B3539C-B135-2FD3-ADF2-FFA81CEB45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14">
            <a:extLst>
              <a:ext uri="{FF2B5EF4-FFF2-40B4-BE49-F238E27FC236}">
                <a16:creationId xmlns:a16="http://schemas.microsoft.com/office/drawing/2014/main" id="{9B2FD193-ECE1-41CF-1FD8-D1EE4221E1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1401" y="42672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08" imgH="444307" progId="Equation.3">
                  <p:embed/>
                </p:oleObj>
              </mc:Choice>
              <mc:Fallback>
                <p:oleObj name="Equation" r:id="rId6" imgW="672808" imgH="444307" progId="Equation.3">
                  <p:embed/>
                  <p:pic>
                    <p:nvPicPr>
                      <p:cNvPr id="15364" name="Object 14">
                        <a:extLst>
                          <a:ext uri="{FF2B5EF4-FFF2-40B4-BE49-F238E27FC236}">
                            <a16:creationId xmlns:a16="http://schemas.microsoft.com/office/drawing/2014/main" id="{9B2FD193-ECE1-41CF-1FD8-D1EE4221E1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42672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15">
            <a:extLst>
              <a:ext uri="{FF2B5EF4-FFF2-40B4-BE49-F238E27FC236}">
                <a16:creationId xmlns:a16="http://schemas.microsoft.com/office/drawing/2014/main" id="{3D70C9C9-DB90-B0BB-C187-ED37A22CA9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39201" y="28956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08" imgH="444307" progId="Equation.3">
                  <p:embed/>
                </p:oleObj>
              </mc:Choice>
              <mc:Fallback>
                <p:oleObj name="Equation" r:id="rId6" imgW="672808" imgH="444307" progId="Equation.3">
                  <p:embed/>
                  <p:pic>
                    <p:nvPicPr>
                      <p:cNvPr id="15365" name="Object 15">
                        <a:extLst>
                          <a:ext uri="{FF2B5EF4-FFF2-40B4-BE49-F238E27FC236}">
                            <a16:creationId xmlns:a16="http://schemas.microsoft.com/office/drawing/2014/main" id="{3D70C9C9-DB90-B0BB-C187-ED37A22CA9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1" y="28956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16">
            <a:extLst>
              <a:ext uri="{FF2B5EF4-FFF2-40B4-BE49-F238E27FC236}">
                <a16:creationId xmlns:a16="http://schemas.microsoft.com/office/drawing/2014/main" id="{820D3A40-DF97-5021-63EC-B1F49422BF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100" imgH="469900" progId="Equation.3">
                  <p:embed/>
                </p:oleObj>
              </mc:Choice>
              <mc:Fallback>
                <p:oleObj name="Equation" r:id="rId8" imgW="419100" imgH="469900" progId="Equation.3">
                  <p:embed/>
                  <p:pic>
                    <p:nvPicPr>
                      <p:cNvPr id="15366" name="Object 16">
                        <a:extLst>
                          <a:ext uri="{FF2B5EF4-FFF2-40B4-BE49-F238E27FC236}">
                            <a16:creationId xmlns:a16="http://schemas.microsoft.com/office/drawing/2014/main" id="{820D3A40-DF97-5021-63EC-B1F49422BF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17">
            <a:extLst>
              <a:ext uri="{FF2B5EF4-FFF2-40B4-BE49-F238E27FC236}">
                <a16:creationId xmlns:a16="http://schemas.microsoft.com/office/drawing/2014/main" id="{E774C1FF-012D-F82E-0B78-5C1398A744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34101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2751" imgH="469696" progId="Equation.3">
                  <p:embed/>
                </p:oleObj>
              </mc:Choice>
              <mc:Fallback>
                <p:oleObj name="Equation" r:id="rId10" imgW="342751" imgH="469696" progId="Equation.3">
                  <p:embed/>
                  <p:pic>
                    <p:nvPicPr>
                      <p:cNvPr id="15367" name="Object 17">
                        <a:extLst>
                          <a:ext uri="{FF2B5EF4-FFF2-40B4-BE49-F238E27FC236}">
                            <a16:creationId xmlns:a16="http://schemas.microsoft.com/office/drawing/2014/main" id="{E774C1FF-012D-F82E-0B78-5C1398A744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1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Object 18">
            <a:extLst>
              <a:ext uri="{FF2B5EF4-FFF2-40B4-BE49-F238E27FC236}">
                <a16:creationId xmlns:a16="http://schemas.microsoft.com/office/drawing/2014/main" id="{3DC2F4FF-262F-1A6C-4197-693D098387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4301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93529" imgH="469696" progId="Equation.3">
                  <p:embed/>
                </p:oleObj>
              </mc:Choice>
              <mc:Fallback>
                <p:oleObj name="Equation" r:id="rId12" imgW="393529" imgH="469696" progId="Equation.3">
                  <p:embed/>
                  <p:pic>
                    <p:nvPicPr>
                      <p:cNvPr id="15368" name="Object 18">
                        <a:extLst>
                          <a:ext uri="{FF2B5EF4-FFF2-40B4-BE49-F238E27FC236}">
                            <a16:creationId xmlns:a16="http://schemas.microsoft.com/office/drawing/2014/main" id="{3DC2F4FF-262F-1A6C-4197-693D098387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4301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2" name="Rectangle 20">
            <a:extLst>
              <a:ext uri="{FF2B5EF4-FFF2-40B4-BE49-F238E27FC236}">
                <a16:creationId xmlns:a16="http://schemas.microsoft.com/office/drawing/2014/main" id="{C76C941E-087A-8143-79E0-F72673F93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5383" name="Line 21">
            <a:extLst>
              <a:ext uri="{FF2B5EF4-FFF2-40B4-BE49-F238E27FC236}">
                <a16:creationId xmlns:a16="http://schemas.microsoft.com/office/drawing/2014/main" id="{DE448777-976D-ACA1-1E49-D6ABB4D6F0E4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4" name="Line 22">
            <a:extLst>
              <a:ext uri="{FF2B5EF4-FFF2-40B4-BE49-F238E27FC236}">
                <a16:creationId xmlns:a16="http://schemas.microsoft.com/office/drawing/2014/main" id="{94D52903-039F-DEE1-D161-3F071E62EB6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5" name="Line 23">
            <a:extLst>
              <a:ext uri="{FF2B5EF4-FFF2-40B4-BE49-F238E27FC236}">
                <a16:creationId xmlns:a16="http://schemas.microsoft.com/office/drawing/2014/main" id="{BEC399D9-AB7B-91BD-0081-723F4E815571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369" name="Object 24">
            <a:extLst>
              <a:ext uri="{FF2B5EF4-FFF2-40B4-BE49-F238E27FC236}">
                <a16:creationId xmlns:a16="http://schemas.microsoft.com/office/drawing/2014/main" id="{194B662F-3088-2249-8D34-E312472559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15369" name="Object 24">
                        <a:extLst>
                          <a:ext uri="{FF2B5EF4-FFF2-40B4-BE49-F238E27FC236}">
                            <a16:creationId xmlns:a16="http://schemas.microsoft.com/office/drawing/2014/main" id="{194B662F-3088-2249-8D34-E312472559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0" name="Object 25">
            <a:extLst>
              <a:ext uri="{FF2B5EF4-FFF2-40B4-BE49-F238E27FC236}">
                <a16:creationId xmlns:a16="http://schemas.microsoft.com/office/drawing/2014/main" id="{27907454-14D9-3539-7FBD-B956D13A23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79279" imgH="380835" progId="Equation.3">
                  <p:embed/>
                </p:oleObj>
              </mc:Choice>
              <mc:Fallback>
                <p:oleObj name="Equation" r:id="rId15" imgW="279279" imgH="380835" progId="Equation.3">
                  <p:embed/>
                  <p:pic>
                    <p:nvPicPr>
                      <p:cNvPr id="15370" name="Object 25">
                        <a:extLst>
                          <a:ext uri="{FF2B5EF4-FFF2-40B4-BE49-F238E27FC236}">
                            <a16:creationId xmlns:a16="http://schemas.microsoft.com/office/drawing/2014/main" id="{27907454-14D9-3539-7FBD-B956D13A23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1" name="Object 26">
            <a:extLst>
              <a:ext uri="{FF2B5EF4-FFF2-40B4-BE49-F238E27FC236}">
                <a16:creationId xmlns:a16="http://schemas.microsoft.com/office/drawing/2014/main" id="{2D8F4D09-CFD5-776B-43EF-B9D5F84164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15371" name="Object 26">
                        <a:extLst>
                          <a:ext uri="{FF2B5EF4-FFF2-40B4-BE49-F238E27FC236}">
                            <a16:creationId xmlns:a16="http://schemas.microsoft.com/office/drawing/2014/main" id="{2D8F4D09-CFD5-776B-43EF-B9D5F84164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6" name="Line 27">
            <a:extLst>
              <a:ext uri="{FF2B5EF4-FFF2-40B4-BE49-F238E27FC236}">
                <a16:creationId xmlns:a16="http://schemas.microsoft.com/office/drawing/2014/main" id="{74991E14-2DA3-4719-4280-C9FCAA4B1C0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7" name="Line 28">
            <a:extLst>
              <a:ext uri="{FF2B5EF4-FFF2-40B4-BE49-F238E27FC236}">
                <a16:creationId xmlns:a16="http://schemas.microsoft.com/office/drawing/2014/main" id="{AC1FD1ED-6296-1005-D54C-44AF5B66694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5334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6" name="Oval 2">
            <a:extLst>
              <a:ext uri="{FF2B5EF4-FFF2-40B4-BE49-F238E27FC236}">
                <a16:creationId xmlns:a16="http://schemas.microsoft.com/office/drawing/2014/main" id="{B3E16649-7E9C-97C2-222B-726C0BBAA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419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6397" name="Oval 3">
            <a:extLst>
              <a:ext uri="{FF2B5EF4-FFF2-40B4-BE49-F238E27FC236}">
                <a16:creationId xmlns:a16="http://schemas.microsoft.com/office/drawing/2014/main" id="{2492239D-5C41-6E01-8679-594BD309F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6398" name="Oval 4">
            <a:extLst>
              <a:ext uri="{FF2B5EF4-FFF2-40B4-BE49-F238E27FC236}">
                <a16:creationId xmlns:a16="http://schemas.microsoft.com/office/drawing/2014/main" id="{607C5B56-C7F2-AACF-B918-93A33DC7E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6399" name="Line 5">
            <a:extLst>
              <a:ext uri="{FF2B5EF4-FFF2-40B4-BE49-F238E27FC236}">
                <a16:creationId xmlns:a16="http://schemas.microsoft.com/office/drawing/2014/main" id="{713CE67E-77B5-F9BC-A96A-7DED3D2B287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0" name="Oval 6">
            <a:extLst>
              <a:ext uri="{FF2B5EF4-FFF2-40B4-BE49-F238E27FC236}">
                <a16:creationId xmlns:a16="http://schemas.microsoft.com/office/drawing/2014/main" id="{CB9267C7-9D7D-4A18-5997-F030145B6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1910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6401" name="Line 7">
            <a:extLst>
              <a:ext uri="{FF2B5EF4-FFF2-40B4-BE49-F238E27FC236}">
                <a16:creationId xmlns:a16="http://schemas.microsoft.com/office/drawing/2014/main" id="{E5137D8B-7C40-E881-5B8E-88F1B2560BC2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2" name="Line 8">
            <a:extLst>
              <a:ext uri="{FF2B5EF4-FFF2-40B4-BE49-F238E27FC236}">
                <a16:creationId xmlns:a16="http://schemas.microsoft.com/office/drawing/2014/main" id="{44179311-13E4-E457-1C4C-12F56DEF9448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3" name="Freeform 9">
            <a:extLst>
              <a:ext uri="{FF2B5EF4-FFF2-40B4-BE49-F238E27FC236}">
                <a16:creationId xmlns:a16="http://schemas.microsoft.com/office/drawing/2014/main" id="{5479AFCC-FDF8-BEE8-FD2E-77D5BB9F2AC9}"/>
              </a:ext>
            </a:extLst>
          </p:cNvPr>
          <p:cNvSpPr>
            <a:spLocks/>
          </p:cNvSpPr>
          <p:nvPr/>
        </p:nvSpPr>
        <p:spPr bwMode="auto">
          <a:xfrm>
            <a:off x="2641600" y="34163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6404" name="Freeform 10">
            <a:extLst>
              <a:ext uri="{FF2B5EF4-FFF2-40B4-BE49-F238E27FC236}">
                <a16:creationId xmlns:a16="http://schemas.microsoft.com/office/drawing/2014/main" id="{63B98E35-C4C4-97E6-48F7-AA295BBCFF4F}"/>
              </a:ext>
            </a:extLst>
          </p:cNvPr>
          <p:cNvSpPr>
            <a:spLocks/>
          </p:cNvSpPr>
          <p:nvPr/>
        </p:nvSpPr>
        <p:spPr bwMode="auto">
          <a:xfrm>
            <a:off x="8763000" y="34290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6386" name="Object 11">
            <a:extLst>
              <a:ext uri="{FF2B5EF4-FFF2-40B4-BE49-F238E27FC236}">
                <a16:creationId xmlns:a16="http://schemas.microsoft.com/office/drawing/2014/main" id="{6D3D4F3E-8608-C88F-D137-61063268A5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16386" name="Object 11">
                        <a:extLst>
                          <a:ext uri="{FF2B5EF4-FFF2-40B4-BE49-F238E27FC236}">
                            <a16:creationId xmlns:a16="http://schemas.microsoft.com/office/drawing/2014/main" id="{6D3D4F3E-8608-C88F-D137-61063268A5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12">
            <a:extLst>
              <a:ext uri="{FF2B5EF4-FFF2-40B4-BE49-F238E27FC236}">
                <a16:creationId xmlns:a16="http://schemas.microsoft.com/office/drawing/2014/main" id="{6B721E82-9F2C-6C15-9A72-C77D3298A4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279" imgH="380835" progId="Equation.3">
                  <p:embed/>
                </p:oleObj>
              </mc:Choice>
              <mc:Fallback>
                <p:oleObj name="Equation" r:id="rId4" imgW="279279" imgH="380835" progId="Equation.3">
                  <p:embed/>
                  <p:pic>
                    <p:nvPicPr>
                      <p:cNvPr id="16387" name="Object 12">
                        <a:extLst>
                          <a:ext uri="{FF2B5EF4-FFF2-40B4-BE49-F238E27FC236}">
                            <a16:creationId xmlns:a16="http://schemas.microsoft.com/office/drawing/2014/main" id="{6B721E82-9F2C-6C15-9A72-C77D3298A4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Object 13">
            <a:extLst>
              <a:ext uri="{FF2B5EF4-FFF2-40B4-BE49-F238E27FC236}">
                <a16:creationId xmlns:a16="http://schemas.microsoft.com/office/drawing/2014/main" id="{F0709FDC-491A-7255-95BC-461DDC8583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1401" y="42672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08" imgH="444307" progId="Equation.3">
                  <p:embed/>
                </p:oleObj>
              </mc:Choice>
              <mc:Fallback>
                <p:oleObj name="Equation" r:id="rId6" imgW="672808" imgH="444307" progId="Equation.3">
                  <p:embed/>
                  <p:pic>
                    <p:nvPicPr>
                      <p:cNvPr id="16388" name="Object 13">
                        <a:extLst>
                          <a:ext uri="{FF2B5EF4-FFF2-40B4-BE49-F238E27FC236}">
                            <a16:creationId xmlns:a16="http://schemas.microsoft.com/office/drawing/2014/main" id="{F0709FDC-491A-7255-95BC-461DDC8583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42672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14">
            <a:extLst>
              <a:ext uri="{FF2B5EF4-FFF2-40B4-BE49-F238E27FC236}">
                <a16:creationId xmlns:a16="http://schemas.microsoft.com/office/drawing/2014/main" id="{239DDBDB-6CE5-8788-D551-37999E6497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39201" y="28956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08" imgH="444307" progId="Equation.3">
                  <p:embed/>
                </p:oleObj>
              </mc:Choice>
              <mc:Fallback>
                <p:oleObj name="Equation" r:id="rId6" imgW="672808" imgH="444307" progId="Equation.3">
                  <p:embed/>
                  <p:pic>
                    <p:nvPicPr>
                      <p:cNvPr id="16389" name="Object 14">
                        <a:extLst>
                          <a:ext uri="{FF2B5EF4-FFF2-40B4-BE49-F238E27FC236}">
                            <a16:creationId xmlns:a16="http://schemas.microsoft.com/office/drawing/2014/main" id="{239DDBDB-6CE5-8788-D551-37999E6497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1" y="28956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15">
            <a:extLst>
              <a:ext uri="{FF2B5EF4-FFF2-40B4-BE49-F238E27FC236}">
                <a16:creationId xmlns:a16="http://schemas.microsoft.com/office/drawing/2014/main" id="{4D0B4A11-B3FC-AF41-4BD1-458242DCC0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100" imgH="469900" progId="Equation.3">
                  <p:embed/>
                </p:oleObj>
              </mc:Choice>
              <mc:Fallback>
                <p:oleObj name="Equation" r:id="rId8" imgW="419100" imgH="469900" progId="Equation.3">
                  <p:embed/>
                  <p:pic>
                    <p:nvPicPr>
                      <p:cNvPr id="16390" name="Object 15">
                        <a:extLst>
                          <a:ext uri="{FF2B5EF4-FFF2-40B4-BE49-F238E27FC236}">
                            <a16:creationId xmlns:a16="http://schemas.microsoft.com/office/drawing/2014/main" id="{4D0B4A11-B3FC-AF41-4BD1-458242DCC0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Object 16">
            <a:extLst>
              <a:ext uri="{FF2B5EF4-FFF2-40B4-BE49-F238E27FC236}">
                <a16:creationId xmlns:a16="http://schemas.microsoft.com/office/drawing/2014/main" id="{469F1B2A-A492-1BA3-357A-3CAECE018B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34101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2751" imgH="469696" progId="Equation.3">
                  <p:embed/>
                </p:oleObj>
              </mc:Choice>
              <mc:Fallback>
                <p:oleObj name="Equation" r:id="rId10" imgW="342751" imgH="469696" progId="Equation.3">
                  <p:embed/>
                  <p:pic>
                    <p:nvPicPr>
                      <p:cNvPr id="16391" name="Object 16">
                        <a:extLst>
                          <a:ext uri="{FF2B5EF4-FFF2-40B4-BE49-F238E27FC236}">
                            <a16:creationId xmlns:a16="http://schemas.microsoft.com/office/drawing/2014/main" id="{469F1B2A-A492-1BA3-357A-3CAECE018B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1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2" name="Object 17">
            <a:extLst>
              <a:ext uri="{FF2B5EF4-FFF2-40B4-BE49-F238E27FC236}">
                <a16:creationId xmlns:a16="http://schemas.microsoft.com/office/drawing/2014/main" id="{3EADAD96-258B-ED33-7DE1-480B4675B0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4301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93529" imgH="469696" progId="Equation.3">
                  <p:embed/>
                </p:oleObj>
              </mc:Choice>
              <mc:Fallback>
                <p:oleObj name="Equation" r:id="rId12" imgW="393529" imgH="469696" progId="Equation.3">
                  <p:embed/>
                  <p:pic>
                    <p:nvPicPr>
                      <p:cNvPr id="16392" name="Object 17">
                        <a:extLst>
                          <a:ext uri="{FF2B5EF4-FFF2-40B4-BE49-F238E27FC236}">
                            <a16:creationId xmlns:a16="http://schemas.microsoft.com/office/drawing/2014/main" id="{3EADAD96-258B-ED33-7DE1-480B4675B0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4301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5" name="Rectangle 18">
            <a:extLst>
              <a:ext uri="{FF2B5EF4-FFF2-40B4-BE49-F238E27FC236}">
                <a16:creationId xmlns:a16="http://schemas.microsoft.com/office/drawing/2014/main" id="{5982E470-E0CF-71D7-0AF1-6992DC6D6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6406" name="Line 19">
            <a:extLst>
              <a:ext uri="{FF2B5EF4-FFF2-40B4-BE49-F238E27FC236}">
                <a16:creationId xmlns:a16="http://schemas.microsoft.com/office/drawing/2014/main" id="{3752EA54-2AA3-D93F-F207-09FE527587EE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7" name="Line 20">
            <a:extLst>
              <a:ext uri="{FF2B5EF4-FFF2-40B4-BE49-F238E27FC236}">
                <a16:creationId xmlns:a16="http://schemas.microsoft.com/office/drawing/2014/main" id="{1CB5E3DB-6EEA-E5A0-422E-3891C9B94C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8" name="Line 21">
            <a:extLst>
              <a:ext uri="{FF2B5EF4-FFF2-40B4-BE49-F238E27FC236}">
                <a16:creationId xmlns:a16="http://schemas.microsoft.com/office/drawing/2014/main" id="{2D5CAA89-E2FB-D5D7-ABE7-DBE02CAE839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393" name="Object 22">
            <a:extLst>
              <a:ext uri="{FF2B5EF4-FFF2-40B4-BE49-F238E27FC236}">
                <a16:creationId xmlns:a16="http://schemas.microsoft.com/office/drawing/2014/main" id="{28DB2A70-8D1B-F457-E859-66F4EA937A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16393" name="Object 22">
                        <a:extLst>
                          <a:ext uri="{FF2B5EF4-FFF2-40B4-BE49-F238E27FC236}">
                            <a16:creationId xmlns:a16="http://schemas.microsoft.com/office/drawing/2014/main" id="{28DB2A70-8D1B-F457-E859-66F4EA937A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4" name="Object 23">
            <a:extLst>
              <a:ext uri="{FF2B5EF4-FFF2-40B4-BE49-F238E27FC236}">
                <a16:creationId xmlns:a16="http://schemas.microsoft.com/office/drawing/2014/main" id="{5C9D7A0D-6A26-BBCD-2EB2-D4FD1124C4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79279" imgH="380835" progId="Equation.3">
                  <p:embed/>
                </p:oleObj>
              </mc:Choice>
              <mc:Fallback>
                <p:oleObj name="Equation" r:id="rId15" imgW="279279" imgH="380835" progId="Equation.3">
                  <p:embed/>
                  <p:pic>
                    <p:nvPicPr>
                      <p:cNvPr id="16394" name="Object 23">
                        <a:extLst>
                          <a:ext uri="{FF2B5EF4-FFF2-40B4-BE49-F238E27FC236}">
                            <a16:creationId xmlns:a16="http://schemas.microsoft.com/office/drawing/2014/main" id="{5C9D7A0D-6A26-BBCD-2EB2-D4FD1124C4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5" name="Object 24">
            <a:extLst>
              <a:ext uri="{FF2B5EF4-FFF2-40B4-BE49-F238E27FC236}">
                <a16:creationId xmlns:a16="http://schemas.microsoft.com/office/drawing/2014/main" id="{E4372521-0F5F-96D1-46CE-7535E5DFB4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16395" name="Object 24">
                        <a:extLst>
                          <a:ext uri="{FF2B5EF4-FFF2-40B4-BE49-F238E27FC236}">
                            <a16:creationId xmlns:a16="http://schemas.microsoft.com/office/drawing/2014/main" id="{E4372521-0F5F-96D1-46CE-7535E5DFB4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9" name="Line 25">
            <a:extLst>
              <a:ext uri="{FF2B5EF4-FFF2-40B4-BE49-F238E27FC236}">
                <a16:creationId xmlns:a16="http://schemas.microsoft.com/office/drawing/2014/main" id="{D20439AA-8A26-70C7-59D3-081073213B4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10" name="Line 26">
            <a:extLst>
              <a:ext uri="{FF2B5EF4-FFF2-40B4-BE49-F238E27FC236}">
                <a16:creationId xmlns:a16="http://schemas.microsoft.com/office/drawing/2014/main" id="{F7C48C09-D068-2309-AD02-08A14745BCD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5334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0" name="Oval 2">
            <a:extLst>
              <a:ext uri="{FF2B5EF4-FFF2-40B4-BE49-F238E27FC236}">
                <a16:creationId xmlns:a16="http://schemas.microsoft.com/office/drawing/2014/main" id="{B3604612-7C1E-97AB-6DEC-0544633F3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419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7421" name="Oval 3">
            <a:extLst>
              <a:ext uri="{FF2B5EF4-FFF2-40B4-BE49-F238E27FC236}">
                <a16:creationId xmlns:a16="http://schemas.microsoft.com/office/drawing/2014/main" id="{A83F993E-525E-E7DD-1AE9-730CA5668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7422" name="Oval 4">
            <a:extLst>
              <a:ext uri="{FF2B5EF4-FFF2-40B4-BE49-F238E27FC236}">
                <a16:creationId xmlns:a16="http://schemas.microsoft.com/office/drawing/2014/main" id="{49D39389-FBDA-B0C2-7C51-E3688157A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7423" name="Line 5">
            <a:extLst>
              <a:ext uri="{FF2B5EF4-FFF2-40B4-BE49-F238E27FC236}">
                <a16:creationId xmlns:a16="http://schemas.microsoft.com/office/drawing/2014/main" id="{9A15A379-9770-31FF-D5CC-263797A53E8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4" name="Oval 6">
            <a:extLst>
              <a:ext uri="{FF2B5EF4-FFF2-40B4-BE49-F238E27FC236}">
                <a16:creationId xmlns:a16="http://schemas.microsoft.com/office/drawing/2014/main" id="{6A3FD601-F58F-026C-5916-899858F1A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1910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7425" name="Line 7">
            <a:extLst>
              <a:ext uri="{FF2B5EF4-FFF2-40B4-BE49-F238E27FC236}">
                <a16:creationId xmlns:a16="http://schemas.microsoft.com/office/drawing/2014/main" id="{5C7D1248-53FE-B749-884F-78AA89B61285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6" name="Line 8">
            <a:extLst>
              <a:ext uri="{FF2B5EF4-FFF2-40B4-BE49-F238E27FC236}">
                <a16:creationId xmlns:a16="http://schemas.microsoft.com/office/drawing/2014/main" id="{B4CB55C9-66D3-7B0E-8B1C-3FE319EAF86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7" name="Freeform 9">
            <a:extLst>
              <a:ext uri="{FF2B5EF4-FFF2-40B4-BE49-F238E27FC236}">
                <a16:creationId xmlns:a16="http://schemas.microsoft.com/office/drawing/2014/main" id="{2EDC9CB4-EB71-25F2-DF39-FD4AE4805109}"/>
              </a:ext>
            </a:extLst>
          </p:cNvPr>
          <p:cNvSpPr>
            <a:spLocks/>
          </p:cNvSpPr>
          <p:nvPr/>
        </p:nvSpPr>
        <p:spPr bwMode="auto">
          <a:xfrm>
            <a:off x="2641600" y="34163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7428" name="Freeform 10">
            <a:extLst>
              <a:ext uri="{FF2B5EF4-FFF2-40B4-BE49-F238E27FC236}">
                <a16:creationId xmlns:a16="http://schemas.microsoft.com/office/drawing/2014/main" id="{E2EC72FA-E7FA-8403-95C9-1D340D4102E2}"/>
              </a:ext>
            </a:extLst>
          </p:cNvPr>
          <p:cNvSpPr>
            <a:spLocks/>
          </p:cNvSpPr>
          <p:nvPr/>
        </p:nvSpPr>
        <p:spPr bwMode="auto">
          <a:xfrm>
            <a:off x="8763000" y="34290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7410" name="Object 11">
            <a:extLst>
              <a:ext uri="{FF2B5EF4-FFF2-40B4-BE49-F238E27FC236}">
                <a16:creationId xmlns:a16="http://schemas.microsoft.com/office/drawing/2014/main" id="{F2A40191-4E1F-0EEF-FD7A-FB9AB980A2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17410" name="Object 11">
                        <a:extLst>
                          <a:ext uri="{FF2B5EF4-FFF2-40B4-BE49-F238E27FC236}">
                            <a16:creationId xmlns:a16="http://schemas.microsoft.com/office/drawing/2014/main" id="{F2A40191-4E1F-0EEF-FD7A-FB9AB980A2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12">
            <a:extLst>
              <a:ext uri="{FF2B5EF4-FFF2-40B4-BE49-F238E27FC236}">
                <a16:creationId xmlns:a16="http://schemas.microsoft.com/office/drawing/2014/main" id="{A7C7B40A-04AA-3588-15B1-B51725A2D0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279" imgH="380835" progId="Equation.3">
                  <p:embed/>
                </p:oleObj>
              </mc:Choice>
              <mc:Fallback>
                <p:oleObj name="Equation" r:id="rId4" imgW="279279" imgH="380835" progId="Equation.3">
                  <p:embed/>
                  <p:pic>
                    <p:nvPicPr>
                      <p:cNvPr id="17411" name="Object 12">
                        <a:extLst>
                          <a:ext uri="{FF2B5EF4-FFF2-40B4-BE49-F238E27FC236}">
                            <a16:creationId xmlns:a16="http://schemas.microsoft.com/office/drawing/2014/main" id="{A7C7B40A-04AA-3588-15B1-B51725A2D0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13">
            <a:extLst>
              <a:ext uri="{FF2B5EF4-FFF2-40B4-BE49-F238E27FC236}">
                <a16:creationId xmlns:a16="http://schemas.microsoft.com/office/drawing/2014/main" id="{B083B5CE-1947-ED46-08CE-089AF81E3E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1401" y="42672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08" imgH="444307" progId="Equation.3">
                  <p:embed/>
                </p:oleObj>
              </mc:Choice>
              <mc:Fallback>
                <p:oleObj name="Equation" r:id="rId6" imgW="672808" imgH="444307" progId="Equation.3">
                  <p:embed/>
                  <p:pic>
                    <p:nvPicPr>
                      <p:cNvPr id="17412" name="Object 13">
                        <a:extLst>
                          <a:ext uri="{FF2B5EF4-FFF2-40B4-BE49-F238E27FC236}">
                            <a16:creationId xmlns:a16="http://schemas.microsoft.com/office/drawing/2014/main" id="{B083B5CE-1947-ED46-08CE-089AF81E3E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42672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14">
            <a:extLst>
              <a:ext uri="{FF2B5EF4-FFF2-40B4-BE49-F238E27FC236}">
                <a16:creationId xmlns:a16="http://schemas.microsoft.com/office/drawing/2014/main" id="{59E066F3-C132-F018-8ACD-E7B07F56A5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39201" y="28956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08" imgH="444307" progId="Equation.3">
                  <p:embed/>
                </p:oleObj>
              </mc:Choice>
              <mc:Fallback>
                <p:oleObj name="Equation" r:id="rId6" imgW="672808" imgH="444307" progId="Equation.3">
                  <p:embed/>
                  <p:pic>
                    <p:nvPicPr>
                      <p:cNvPr id="17413" name="Object 14">
                        <a:extLst>
                          <a:ext uri="{FF2B5EF4-FFF2-40B4-BE49-F238E27FC236}">
                            <a16:creationId xmlns:a16="http://schemas.microsoft.com/office/drawing/2014/main" id="{59E066F3-C132-F018-8ACD-E7B07F56A5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1" y="28956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15">
            <a:extLst>
              <a:ext uri="{FF2B5EF4-FFF2-40B4-BE49-F238E27FC236}">
                <a16:creationId xmlns:a16="http://schemas.microsoft.com/office/drawing/2014/main" id="{CF9FC420-3BBB-7B60-7308-91A7DEDFAC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100" imgH="469900" progId="Equation.3">
                  <p:embed/>
                </p:oleObj>
              </mc:Choice>
              <mc:Fallback>
                <p:oleObj name="Equation" r:id="rId8" imgW="419100" imgH="469900" progId="Equation.3">
                  <p:embed/>
                  <p:pic>
                    <p:nvPicPr>
                      <p:cNvPr id="17414" name="Object 15">
                        <a:extLst>
                          <a:ext uri="{FF2B5EF4-FFF2-40B4-BE49-F238E27FC236}">
                            <a16:creationId xmlns:a16="http://schemas.microsoft.com/office/drawing/2014/main" id="{CF9FC420-3BBB-7B60-7308-91A7DEDFAC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5" name="Object 16">
            <a:extLst>
              <a:ext uri="{FF2B5EF4-FFF2-40B4-BE49-F238E27FC236}">
                <a16:creationId xmlns:a16="http://schemas.microsoft.com/office/drawing/2014/main" id="{EE54F9B5-B801-9A4D-2EE3-3AECDEF417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34101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2751" imgH="469696" progId="Equation.3">
                  <p:embed/>
                </p:oleObj>
              </mc:Choice>
              <mc:Fallback>
                <p:oleObj name="Equation" r:id="rId10" imgW="342751" imgH="469696" progId="Equation.3">
                  <p:embed/>
                  <p:pic>
                    <p:nvPicPr>
                      <p:cNvPr id="17415" name="Object 16">
                        <a:extLst>
                          <a:ext uri="{FF2B5EF4-FFF2-40B4-BE49-F238E27FC236}">
                            <a16:creationId xmlns:a16="http://schemas.microsoft.com/office/drawing/2014/main" id="{EE54F9B5-B801-9A4D-2EE3-3AECDEF417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1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Object 17">
            <a:extLst>
              <a:ext uri="{FF2B5EF4-FFF2-40B4-BE49-F238E27FC236}">
                <a16:creationId xmlns:a16="http://schemas.microsoft.com/office/drawing/2014/main" id="{847661DE-B708-D1D0-4C59-B7B7F05406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4301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93529" imgH="469696" progId="Equation.3">
                  <p:embed/>
                </p:oleObj>
              </mc:Choice>
              <mc:Fallback>
                <p:oleObj name="Equation" r:id="rId12" imgW="393529" imgH="469696" progId="Equation.3">
                  <p:embed/>
                  <p:pic>
                    <p:nvPicPr>
                      <p:cNvPr id="17416" name="Object 17">
                        <a:extLst>
                          <a:ext uri="{FF2B5EF4-FFF2-40B4-BE49-F238E27FC236}">
                            <a16:creationId xmlns:a16="http://schemas.microsoft.com/office/drawing/2014/main" id="{847661DE-B708-D1D0-4C59-B7B7F05406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4301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9" name="Rectangle 18">
            <a:extLst>
              <a:ext uri="{FF2B5EF4-FFF2-40B4-BE49-F238E27FC236}">
                <a16:creationId xmlns:a16="http://schemas.microsoft.com/office/drawing/2014/main" id="{09B343A7-40FE-F0AC-5422-07DDDFE4C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7430" name="Line 19">
            <a:extLst>
              <a:ext uri="{FF2B5EF4-FFF2-40B4-BE49-F238E27FC236}">
                <a16:creationId xmlns:a16="http://schemas.microsoft.com/office/drawing/2014/main" id="{6D606034-206E-962A-B630-46A2CD7E73D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1" name="Line 20">
            <a:extLst>
              <a:ext uri="{FF2B5EF4-FFF2-40B4-BE49-F238E27FC236}">
                <a16:creationId xmlns:a16="http://schemas.microsoft.com/office/drawing/2014/main" id="{676CE22E-D819-921D-CCA6-EDAD2B729E8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2" name="Line 21">
            <a:extLst>
              <a:ext uri="{FF2B5EF4-FFF2-40B4-BE49-F238E27FC236}">
                <a16:creationId xmlns:a16="http://schemas.microsoft.com/office/drawing/2014/main" id="{EA29958E-C32A-C07D-E76D-088D6971DD7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7417" name="Object 22">
            <a:extLst>
              <a:ext uri="{FF2B5EF4-FFF2-40B4-BE49-F238E27FC236}">
                <a16:creationId xmlns:a16="http://schemas.microsoft.com/office/drawing/2014/main" id="{E8FF02EE-6898-9A3D-BC14-A1473F28B4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17417" name="Object 22">
                        <a:extLst>
                          <a:ext uri="{FF2B5EF4-FFF2-40B4-BE49-F238E27FC236}">
                            <a16:creationId xmlns:a16="http://schemas.microsoft.com/office/drawing/2014/main" id="{E8FF02EE-6898-9A3D-BC14-A1473F28B4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8" name="Object 23">
            <a:extLst>
              <a:ext uri="{FF2B5EF4-FFF2-40B4-BE49-F238E27FC236}">
                <a16:creationId xmlns:a16="http://schemas.microsoft.com/office/drawing/2014/main" id="{220CE712-34D6-E8FD-99CF-53E0A851CA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79279" imgH="380835" progId="Equation.3">
                  <p:embed/>
                </p:oleObj>
              </mc:Choice>
              <mc:Fallback>
                <p:oleObj name="Equation" r:id="rId15" imgW="279279" imgH="380835" progId="Equation.3">
                  <p:embed/>
                  <p:pic>
                    <p:nvPicPr>
                      <p:cNvPr id="17418" name="Object 23">
                        <a:extLst>
                          <a:ext uri="{FF2B5EF4-FFF2-40B4-BE49-F238E27FC236}">
                            <a16:creationId xmlns:a16="http://schemas.microsoft.com/office/drawing/2014/main" id="{220CE712-34D6-E8FD-99CF-53E0A851CA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9" name="Object 24">
            <a:extLst>
              <a:ext uri="{FF2B5EF4-FFF2-40B4-BE49-F238E27FC236}">
                <a16:creationId xmlns:a16="http://schemas.microsoft.com/office/drawing/2014/main" id="{8BFE3F97-985F-FE40-A0C5-EDCCC6F39E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17419" name="Object 24">
                        <a:extLst>
                          <a:ext uri="{FF2B5EF4-FFF2-40B4-BE49-F238E27FC236}">
                            <a16:creationId xmlns:a16="http://schemas.microsoft.com/office/drawing/2014/main" id="{8BFE3F97-985F-FE40-A0C5-EDCCC6F39E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3" name="Line 25">
            <a:extLst>
              <a:ext uri="{FF2B5EF4-FFF2-40B4-BE49-F238E27FC236}">
                <a16:creationId xmlns:a16="http://schemas.microsoft.com/office/drawing/2014/main" id="{27DA1815-520D-C4A5-264A-8D2EF1F50A4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4" name="Line 26">
            <a:extLst>
              <a:ext uri="{FF2B5EF4-FFF2-40B4-BE49-F238E27FC236}">
                <a16:creationId xmlns:a16="http://schemas.microsoft.com/office/drawing/2014/main" id="{EA897C71-8CF8-6F7B-7D71-C8B8303353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5334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4" name="Oval 2">
            <a:extLst>
              <a:ext uri="{FF2B5EF4-FFF2-40B4-BE49-F238E27FC236}">
                <a16:creationId xmlns:a16="http://schemas.microsoft.com/office/drawing/2014/main" id="{CD57DFAE-B8E1-4E1D-8554-024EB1D58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8445" name="Oval 3">
            <a:extLst>
              <a:ext uri="{FF2B5EF4-FFF2-40B4-BE49-F238E27FC236}">
                <a16:creationId xmlns:a16="http://schemas.microsoft.com/office/drawing/2014/main" id="{0A8C9395-1B59-5F2C-94FE-CA8FC869A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419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8446" name="Oval 4">
            <a:extLst>
              <a:ext uri="{FF2B5EF4-FFF2-40B4-BE49-F238E27FC236}">
                <a16:creationId xmlns:a16="http://schemas.microsoft.com/office/drawing/2014/main" id="{66F3AFD0-1863-565E-8E1A-FCF61796A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8447" name="Line 5">
            <a:extLst>
              <a:ext uri="{FF2B5EF4-FFF2-40B4-BE49-F238E27FC236}">
                <a16:creationId xmlns:a16="http://schemas.microsoft.com/office/drawing/2014/main" id="{8056E7B5-9181-5048-7DC7-0B528D5307E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8" name="Oval 6">
            <a:extLst>
              <a:ext uri="{FF2B5EF4-FFF2-40B4-BE49-F238E27FC236}">
                <a16:creationId xmlns:a16="http://schemas.microsoft.com/office/drawing/2014/main" id="{B2951E6F-FD9C-DC80-EB20-DA123D6C5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191000"/>
            <a:ext cx="1143000" cy="1143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8449" name="Line 7">
            <a:extLst>
              <a:ext uri="{FF2B5EF4-FFF2-40B4-BE49-F238E27FC236}">
                <a16:creationId xmlns:a16="http://schemas.microsoft.com/office/drawing/2014/main" id="{A372D14D-F928-D14B-CBBD-AA39F8EC8E7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4800600"/>
            <a:ext cx="2286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0" name="Line 8">
            <a:extLst>
              <a:ext uri="{FF2B5EF4-FFF2-40B4-BE49-F238E27FC236}">
                <a16:creationId xmlns:a16="http://schemas.microsoft.com/office/drawing/2014/main" id="{F7CE61C0-7358-639A-936E-0676C54DDCA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1" name="Freeform 9">
            <a:extLst>
              <a:ext uri="{FF2B5EF4-FFF2-40B4-BE49-F238E27FC236}">
                <a16:creationId xmlns:a16="http://schemas.microsoft.com/office/drawing/2014/main" id="{48F39FDA-C659-820A-7D13-96C82C2AD55C}"/>
              </a:ext>
            </a:extLst>
          </p:cNvPr>
          <p:cNvSpPr>
            <a:spLocks/>
          </p:cNvSpPr>
          <p:nvPr/>
        </p:nvSpPr>
        <p:spPr bwMode="auto">
          <a:xfrm>
            <a:off x="2641600" y="34163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8452" name="Freeform 10">
            <a:extLst>
              <a:ext uri="{FF2B5EF4-FFF2-40B4-BE49-F238E27FC236}">
                <a16:creationId xmlns:a16="http://schemas.microsoft.com/office/drawing/2014/main" id="{8EFF5172-0DED-8C25-C70C-42AAE3E1CA4E}"/>
              </a:ext>
            </a:extLst>
          </p:cNvPr>
          <p:cNvSpPr>
            <a:spLocks/>
          </p:cNvSpPr>
          <p:nvPr/>
        </p:nvSpPr>
        <p:spPr bwMode="auto">
          <a:xfrm>
            <a:off x="8763000" y="34290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8434" name="Object 11">
            <a:extLst>
              <a:ext uri="{FF2B5EF4-FFF2-40B4-BE49-F238E27FC236}">
                <a16:creationId xmlns:a16="http://schemas.microsoft.com/office/drawing/2014/main" id="{F292D1AD-4456-3300-C16C-E9DE7E725B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18434" name="Object 11">
                        <a:extLst>
                          <a:ext uri="{FF2B5EF4-FFF2-40B4-BE49-F238E27FC236}">
                            <a16:creationId xmlns:a16="http://schemas.microsoft.com/office/drawing/2014/main" id="{F292D1AD-4456-3300-C16C-E9DE7E725B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12">
            <a:extLst>
              <a:ext uri="{FF2B5EF4-FFF2-40B4-BE49-F238E27FC236}">
                <a16:creationId xmlns:a16="http://schemas.microsoft.com/office/drawing/2014/main" id="{B3F55E51-07C7-5A30-9821-F5DFFF6ACE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279" imgH="380835" progId="Equation.3">
                  <p:embed/>
                </p:oleObj>
              </mc:Choice>
              <mc:Fallback>
                <p:oleObj name="Equation" r:id="rId4" imgW="279279" imgH="380835" progId="Equation.3">
                  <p:embed/>
                  <p:pic>
                    <p:nvPicPr>
                      <p:cNvPr id="18435" name="Object 12">
                        <a:extLst>
                          <a:ext uri="{FF2B5EF4-FFF2-40B4-BE49-F238E27FC236}">
                            <a16:creationId xmlns:a16="http://schemas.microsoft.com/office/drawing/2014/main" id="{B3F55E51-07C7-5A30-9821-F5DFFF6ACE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13">
            <a:extLst>
              <a:ext uri="{FF2B5EF4-FFF2-40B4-BE49-F238E27FC236}">
                <a16:creationId xmlns:a16="http://schemas.microsoft.com/office/drawing/2014/main" id="{F7889ACF-23C5-9FA1-213A-E0BDCC32EE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1401" y="42672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08" imgH="444307" progId="Equation.3">
                  <p:embed/>
                </p:oleObj>
              </mc:Choice>
              <mc:Fallback>
                <p:oleObj name="Equation" r:id="rId6" imgW="672808" imgH="444307" progId="Equation.3">
                  <p:embed/>
                  <p:pic>
                    <p:nvPicPr>
                      <p:cNvPr id="18436" name="Object 13">
                        <a:extLst>
                          <a:ext uri="{FF2B5EF4-FFF2-40B4-BE49-F238E27FC236}">
                            <a16:creationId xmlns:a16="http://schemas.microsoft.com/office/drawing/2014/main" id="{F7889ACF-23C5-9FA1-213A-E0BDCC32EE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42672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14">
            <a:extLst>
              <a:ext uri="{FF2B5EF4-FFF2-40B4-BE49-F238E27FC236}">
                <a16:creationId xmlns:a16="http://schemas.microsoft.com/office/drawing/2014/main" id="{9061BE8B-F65A-87F2-AA27-129B9D9C7D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39201" y="28956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08" imgH="444307" progId="Equation.3">
                  <p:embed/>
                </p:oleObj>
              </mc:Choice>
              <mc:Fallback>
                <p:oleObj name="Equation" r:id="rId6" imgW="672808" imgH="444307" progId="Equation.3">
                  <p:embed/>
                  <p:pic>
                    <p:nvPicPr>
                      <p:cNvPr id="18437" name="Object 14">
                        <a:extLst>
                          <a:ext uri="{FF2B5EF4-FFF2-40B4-BE49-F238E27FC236}">
                            <a16:creationId xmlns:a16="http://schemas.microsoft.com/office/drawing/2014/main" id="{9061BE8B-F65A-87F2-AA27-129B9D9C7D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1" y="28956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15">
            <a:extLst>
              <a:ext uri="{FF2B5EF4-FFF2-40B4-BE49-F238E27FC236}">
                <a16:creationId xmlns:a16="http://schemas.microsoft.com/office/drawing/2014/main" id="{29268A8F-692A-467C-5895-7F7F22307A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100" imgH="469900" progId="Equation.3">
                  <p:embed/>
                </p:oleObj>
              </mc:Choice>
              <mc:Fallback>
                <p:oleObj name="Equation" r:id="rId8" imgW="419100" imgH="469900" progId="Equation.3">
                  <p:embed/>
                  <p:pic>
                    <p:nvPicPr>
                      <p:cNvPr id="18438" name="Object 15">
                        <a:extLst>
                          <a:ext uri="{FF2B5EF4-FFF2-40B4-BE49-F238E27FC236}">
                            <a16:creationId xmlns:a16="http://schemas.microsoft.com/office/drawing/2014/main" id="{29268A8F-692A-467C-5895-7F7F22307A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9" name="Object 16">
            <a:extLst>
              <a:ext uri="{FF2B5EF4-FFF2-40B4-BE49-F238E27FC236}">
                <a16:creationId xmlns:a16="http://schemas.microsoft.com/office/drawing/2014/main" id="{78EC1F33-83B7-D1A8-02DC-FF4F163FA6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34101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2751" imgH="469696" progId="Equation.3">
                  <p:embed/>
                </p:oleObj>
              </mc:Choice>
              <mc:Fallback>
                <p:oleObj name="Equation" r:id="rId10" imgW="342751" imgH="469696" progId="Equation.3">
                  <p:embed/>
                  <p:pic>
                    <p:nvPicPr>
                      <p:cNvPr id="18439" name="Object 16">
                        <a:extLst>
                          <a:ext uri="{FF2B5EF4-FFF2-40B4-BE49-F238E27FC236}">
                            <a16:creationId xmlns:a16="http://schemas.microsoft.com/office/drawing/2014/main" id="{78EC1F33-83B7-D1A8-02DC-FF4F163FA6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1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0" name="Object 17">
            <a:extLst>
              <a:ext uri="{FF2B5EF4-FFF2-40B4-BE49-F238E27FC236}">
                <a16:creationId xmlns:a16="http://schemas.microsoft.com/office/drawing/2014/main" id="{28CAA6E7-4ADE-2E32-AEC1-AA1D0055C9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4301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93529" imgH="469696" progId="Equation.3">
                  <p:embed/>
                </p:oleObj>
              </mc:Choice>
              <mc:Fallback>
                <p:oleObj name="Equation" r:id="rId12" imgW="393529" imgH="469696" progId="Equation.3">
                  <p:embed/>
                  <p:pic>
                    <p:nvPicPr>
                      <p:cNvPr id="18440" name="Object 17">
                        <a:extLst>
                          <a:ext uri="{FF2B5EF4-FFF2-40B4-BE49-F238E27FC236}">
                            <a16:creationId xmlns:a16="http://schemas.microsoft.com/office/drawing/2014/main" id="{28CAA6E7-4ADE-2E32-AEC1-AA1D0055C9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4301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3" name="Rectangle 18">
            <a:extLst>
              <a:ext uri="{FF2B5EF4-FFF2-40B4-BE49-F238E27FC236}">
                <a16:creationId xmlns:a16="http://schemas.microsoft.com/office/drawing/2014/main" id="{F982E4CF-529C-5B33-B1A3-CC5C4A3E9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8454" name="Line 19">
            <a:extLst>
              <a:ext uri="{FF2B5EF4-FFF2-40B4-BE49-F238E27FC236}">
                <a16:creationId xmlns:a16="http://schemas.microsoft.com/office/drawing/2014/main" id="{06F3A757-B3DF-B37A-2B51-45B8E2560C92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5" name="Line 20">
            <a:extLst>
              <a:ext uri="{FF2B5EF4-FFF2-40B4-BE49-F238E27FC236}">
                <a16:creationId xmlns:a16="http://schemas.microsoft.com/office/drawing/2014/main" id="{BD5314AB-E601-3689-2CB4-90B86C03211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6" name="Line 21">
            <a:extLst>
              <a:ext uri="{FF2B5EF4-FFF2-40B4-BE49-F238E27FC236}">
                <a16:creationId xmlns:a16="http://schemas.microsoft.com/office/drawing/2014/main" id="{556EEF65-729D-537D-E699-D1DA361291B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8441" name="Object 22">
            <a:extLst>
              <a:ext uri="{FF2B5EF4-FFF2-40B4-BE49-F238E27FC236}">
                <a16:creationId xmlns:a16="http://schemas.microsoft.com/office/drawing/2014/main" id="{7A8308FB-FBB9-3FDA-3FAB-61702D6307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18441" name="Object 22">
                        <a:extLst>
                          <a:ext uri="{FF2B5EF4-FFF2-40B4-BE49-F238E27FC236}">
                            <a16:creationId xmlns:a16="http://schemas.microsoft.com/office/drawing/2014/main" id="{7A8308FB-FBB9-3FDA-3FAB-61702D6307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2" name="Object 23">
            <a:extLst>
              <a:ext uri="{FF2B5EF4-FFF2-40B4-BE49-F238E27FC236}">
                <a16:creationId xmlns:a16="http://schemas.microsoft.com/office/drawing/2014/main" id="{72F2EE21-4968-3EDE-14E3-EAD91B4202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79279" imgH="380835" progId="Equation.3">
                  <p:embed/>
                </p:oleObj>
              </mc:Choice>
              <mc:Fallback>
                <p:oleObj name="Equation" r:id="rId15" imgW="279279" imgH="380835" progId="Equation.3">
                  <p:embed/>
                  <p:pic>
                    <p:nvPicPr>
                      <p:cNvPr id="18442" name="Object 23">
                        <a:extLst>
                          <a:ext uri="{FF2B5EF4-FFF2-40B4-BE49-F238E27FC236}">
                            <a16:creationId xmlns:a16="http://schemas.microsoft.com/office/drawing/2014/main" id="{72F2EE21-4968-3EDE-14E3-EAD91B4202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3" name="Object 24">
            <a:extLst>
              <a:ext uri="{FF2B5EF4-FFF2-40B4-BE49-F238E27FC236}">
                <a16:creationId xmlns:a16="http://schemas.microsoft.com/office/drawing/2014/main" id="{249DDBE7-CB9B-579E-5865-D337546681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18443" name="Object 24">
                        <a:extLst>
                          <a:ext uri="{FF2B5EF4-FFF2-40B4-BE49-F238E27FC236}">
                            <a16:creationId xmlns:a16="http://schemas.microsoft.com/office/drawing/2014/main" id="{249DDBE7-CB9B-579E-5865-D337546681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7" name="Line 25">
            <a:extLst>
              <a:ext uri="{FF2B5EF4-FFF2-40B4-BE49-F238E27FC236}">
                <a16:creationId xmlns:a16="http://schemas.microsoft.com/office/drawing/2014/main" id="{5CD72B73-341B-249B-CFC1-39D1DEC23A6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8" name="Line 26">
            <a:extLst>
              <a:ext uri="{FF2B5EF4-FFF2-40B4-BE49-F238E27FC236}">
                <a16:creationId xmlns:a16="http://schemas.microsoft.com/office/drawing/2014/main" id="{B21AD718-E960-FB30-5FB1-BBBCEC6F75A0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5562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8" name="Oval 2">
            <a:extLst>
              <a:ext uri="{FF2B5EF4-FFF2-40B4-BE49-F238E27FC236}">
                <a16:creationId xmlns:a16="http://schemas.microsoft.com/office/drawing/2014/main" id="{F54CAE40-7F00-DEAD-5F7B-8CD9510F0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9469" name="Oval 3">
            <a:extLst>
              <a:ext uri="{FF2B5EF4-FFF2-40B4-BE49-F238E27FC236}">
                <a16:creationId xmlns:a16="http://schemas.microsoft.com/office/drawing/2014/main" id="{7C4081F7-0AEA-CB40-C60D-714A2BAFF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419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9470" name="Oval 4">
            <a:extLst>
              <a:ext uri="{FF2B5EF4-FFF2-40B4-BE49-F238E27FC236}">
                <a16:creationId xmlns:a16="http://schemas.microsoft.com/office/drawing/2014/main" id="{7234A816-A094-5ED7-4A23-DF7ACD67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9471" name="Line 5">
            <a:extLst>
              <a:ext uri="{FF2B5EF4-FFF2-40B4-BE49-F238E27FC236}">
                <a16:creationId xmlns:a16="http://schemas.microsoft.com/office/drawing/2014/main" id="{BB64AA74-D0DF-9036-4AC4-933D9EEA916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2" name="Oval 6">
            <a:extLst>
              <a:ext uri="{FF2B5EF4-FFF2-40B4-BE49-F238E27FC236}">
                <a16:creationId xmlns:a16="http://schemas.microsoft.com/office/drawing/2014/main" id="{1E9C7E32-CFAA-9C75-A7DF-165F3732B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191000"/>
            <a:ext cx="1143000" cy="1143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9473" name="Line 7">
            <a:extLst>
              <a:ext uri="{FF2B5EF4-FFF2-40B4-BE49-F238E27FC236}">
                <a16:creationId xmlns:a16="http://schemas.microsoft.com/office/drawing/2014/main" id="{7BE71598-377A-B8D1-C0C9-5C8A7602801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4" name="Line 8">
            <a:extLst>
              <a:ext uri="{FF2B5EF4-FFF2-40B4-BE49-F238E27FC236}">
                <a16:creationId xmlns:a16="http://schemas.microsoft.com/office/drawing/2014/main" id="{15D4AFDA-856B-1EE7-18F2-D75D67DFD9C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5" name="Freeform 9">
            <a:extLst>
              <a:ext uri="{FF2B5EF4-FFF2-40B4-BE49-F238E27FC236}">
                <a16:creationId xmlns:a16="http://schemas.microsoft.com/office/drawing/2014/main" id="{E739BD42-B12D-1480-B71F-E89FC75493E3}"/>
              </a:ext>
            </a:extLst>
          </p:cNvPr>
          <p:cNvSpPr>
            <a:spLocks/>
          </p:cNvSpPr>
          <p:nvPr/>
        </p:nvSpPr>
        <p:spPr bwMode="auto">
          <a:xfrm>
            <a:off x="2641600" y="34163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9476" name="Freeform 10">
            <a:extLst>
              <a:ext uri="{FF2B5EF4-FFF2-40B4-BE49-F238E27FC236}">
                <a16:creationId xmlns:a16="http://schemas.microsoft.com/office/drawing/2014/main" id="{DDBD4A9C-8A39-D35E-D9F0-0F6D82A1503F}"/>
              </a:ext>
            </a:extLst>
          </p:cNvPr>
          <p:cNvSpPr>
            <a:spLocks/>
          </p:cNvSpPr>
          <p:nvPr/>
        </p:nvSpPr>
        <p:spPr bwMode="auto">
          <a:xfrm>
            <a:off x="8763000" y="34290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9458" name="Object 11">
            <a:extLst>
              <a:ext uri="{FF2B5EF4-FFF2-40B4-BE49-F238E27FC236}">
                <a16:creationId xmlns:a16="http://schemas.microsoft.com/office/drawing/2014/main" id="{BAF1DB26-8C83-F868-62D5-8186AF15AB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19458" name="Object 11">
                        <a:extLst>
                          <a:ext uri="{FF2B5EF4-FFF2-40B4-BE49-F238E27FC236}">
                            <a16:creationId xmlns:a16="http://schemas.microsoft.com/office/drawing/2014/main" id="{BAF1DB26-8C83-F868-62D5-8186AF15AB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12">
            <a:extLst>
              <a:ext uri="{FF2B5EF4-FFF2-40B4-BE49-F238E27FC236}">
                <a16:creationId xmlns:a16="http://schemas.microsoft.com/office/drawing/2014/main" id="{A49196E2-17F4-634A-B460-4E8CB089E2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279" imgH="380835" progId="Equation.3">
                  <p:embed/>
                </p:oleObj>
              </mc:Choice>
              <mc:Fallback>
                <p:oleObj name="Equation" r:id="rId4" imgW="279279" imgH="380835" progId="Equation.3">
                  <p:embed/>
                  <p:pic>
                    <p:nvPicPr>
                      <p:cNvPr id="19459" name="Object 12">
                        <a:extLst>
                          <a:ext uri="{FF2B5EF4-FFF2-40B4-BE49-F238E27FC236}">
                            <a16:creationId xmlns:a16="http://schemas.microsoft.com/office/drawing/2014/main" id="{A49196E2-17F4-634A-B460-4E8CB089E2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13">
            <a:extLst>
              <a:ext uri="{FF2B5EF4-FFF2-40B4-BE49-F238E27FC236}">
                <a16:creationId xmlns:a16="http://schemas.microsoft.com/office/drawing/2014/main" id="{5D295D7E-AABD-7833-E1EB-BF82640DA2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1401" y="42672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08" imgH="444307" progId="Equation.3">
                  <p:embed/>
                </p:oleObj>
              </mc:Choice>
              <mc:Fallback>
                <p:oleObj name="Equation" r:id="rId6" imgW="672808" imgH="444307" progId="Equation.3">
                  <p:embed/>
                  <p:pic>
                    <p:nvPicPr>
                      <p:cNvPr id="19460" name="Object 13">
                        <a:extLst>
                          <a:ext uri="{FF2B5EF4-FFF2-40B4-BE49-F238E27FC236}">
                            <a16:creationId xmlns:a16="http://schemas.microsoft.com/office/drawing/2014/main" id="{5D295D7E-AABD-7833-E1EB-BF82640DA2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42672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14">
            <a:extLst>
              <a:ext uri="{FF2B5EF4-FFF2-40B4-BE49-F238E27FC236}">
                <a16:creationId xmlns:a16="http://schemas.microsoft.com/office/drawing/2014/main" id="{72E5FE07-A3F5-A9D2-EF77-31EFB4AC95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39201" y="28956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08" imgH="444307" progId="Equation.3">
                  <p:embed/>
                </p:oleObj>
              </mc:Choice>
              <mc:Fallback>
                <p:oleObj name="Equation" r:id="rId6" imgW="672808" imgH="444307" progId="Equation.3">
                  <p:embed/>
                  <p:pic>
                    <p:nvPicPr>
                      <p:cNvPr id="19461" name="Object 14">
                        <a:extLst>
                          <a:ext uri="{FF2B5EF4-FFF2-40B4-BE49-F238E27FC236}">
                            <a16:creationId xmlns:a16="http://schemas.microsoft.com/office/drawing/2014/main" id="{72E5FE07-A3F5-A9D2-EF77-31EFB4AC95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1" y="28956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15">
            <a:extLst>
              <a:ext uri="{FF2B5EF4-FFF2-40B4-BE49-F238E27FC236}">
                <a16:creationId xmlns:a16="http://schemas.microsoft.com/office/drawing/2014/main" id="{7063B5D4-0236-8E67-7099-172BD67131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100" imgH="469900" progId="Equation.3">
                  <p:embed/>
                </p:oleObj>
              </mc:Choice>
              <mc:Fallback>
                <p:oleObj name="Equation" r:id="rId8" imgW="419100" imgH="469900" progId="Equation.3">
                  <p:embed/>
                  <p:pic>
                    <p:nvPicPr>
                      <p:cNvPr id="19462" name="Object 15">
                        <a:extLst>
                          <a:ext uri="{FF2B5EF4-FFF2-40B4-BE49-F238E27FC236}">
                            <a16:creationId xmlns:a16="http://schemas.microsoft.com/office/drawing/2014/main" id="{7063B5D4-0236-8E67-7099-172BD67131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16">
            <a:extLst>
              <a:ext uri="{FF2B5EF4-FFF2-40B4-BE49-F238E27FC236}">
                <a16:creationId xmlns:a16="http://schemas.microsoft.com/office/drawing/2014/main" id="{4482DDF1-CB16-89EF-B9CE-D452380E52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34101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2751" imgH="469696" progId="Equation.3">
                  <p:embed/>
                </p:oleObj>
              </mc:Choice>
              <mc:Fallback>
                <p:oleObj name="Equation" r:id="rId10" imgW="342751" imgH="469696" progId="Equation.3">
                  <p:embed/>
                  <p:pic>
                    <p:nvPicPr>
                      <p:cNvPr id="19463" name="Object 16">
                        <a:extLst>
                          <a:ext uri="{FF2B5EF4-FFF2-40B4-BE49-F238E27FC236}">
                            <a16:creationId xmlns:a16="http://schemas.microsoft.com/office/drawing/2014/main" id="{4482DDF1-CB16-89EF-B9CE-D452380E52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1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Object 17">
            <a:extLst>
              <a:ext uri="{FF2B5EF4-FFF2-40B4-BE49-F238E27FC236}">
                <a16:creationId xmlns:a16="http://schemas.microsoft.com/office/drawing/2014/main" id="{7EB6D0B6-6BEB-C567-7EF2-02598B24F3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4301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93529" imgH="469696" progId="Equation.3">
                  <p:embed/>
                </p:oleObj>
              </mc:Choice>
              <mc:Fallback>
                <p:oleObj name="Equation" r:id="rId12" imgW="393529" imgH="469696" progId="Equation.3">
                  <p:embed/>
                  <p:pic>
                    <p:nvPicPr>
                      <p:cNvPr id="19464" name="Object 17">
                        <a:extLst>
                          <a:ext uri="{FF2B5EF4-FFF2-40B4-BE49-F238E27FC236}">
                            <a16:creationId xmlns:a16="http://schemas.microsoft.com/office/drawing/2014/main" id="{7EB6D0B6-6BEB-C567-7EF2-02598B24F3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4301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7" name="Rectangle 18">
            <a:extLst>
              <a:ext uri="{FF2B5EF4-FFF2-40B4-BE49-F238E27FC236}">
                <a16:creationId xmlns:a16="http://schemas.microsoft.com/office/drawing/2014/main" id="{C11DEA44-8612-F655-78DB-0E57ADC8C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9478" name="Line 19">
            <a:extLst>
              <a:ext uri="{FF2B5EF4-FFF2-40B4-BE49-F238E27FC236}">
                <a16:creationId xmlns:a16="http://schemas.microsoft.com/office/drawing/2014/main" id="{D0252303-BDFB-E436-C6A0-2911678D91A8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9" name="Line 20">
            <a:extLst>
              <a:ext uri="{FF2B5EF4-FFF2-40B4-BE49-F238E27FC236}">
                <a16:creationId xmlns:a16="http://schemas.microsoft.com/office/drawing/2014/main" id="{ACDA4255-5F9F-DD39-FCE4-AFA78F90710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80" name="Line 21">
            <a:extLst>
              <a:ext uri="{FF2B5EF4-FFF2-40B4-BE49-F238E27FC236}">
                <a16:creationId xmlns:a16="http://schemas.microsoft.com/office/drawing/2014/main" id="{3B1CDE0D-2ED7-36D3-F923-FFE56864A18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9465" name="Object 22">
            <a:extLst>
              <a:ext uri="{FF2B5EF4-FFF2-40B4-BE49-F238E27FC236}">
                <a16:creationId xmlns:a16="http://schemas.microsoft.com/office/drawing/2014/main" id="{5CC5B943-AC83-DC5B-C77F-0557E6265D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19465" name="Object 22">
                        <a:extLst>
                          <a:ext uri="{FF2B5EF4-FFF2-40B4-BE49-F238E27FC236}">
                            <a16:creationId xmlns:a16="http://schemas.microsoft.com/office/drawing/2014/main" id="{5CC5B943-AC83-DC5B-C77F-0557E6265D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6" name="Object 23">
            <a:extLst>
              <a:ext uri="{FF2B5EF4-FFF2-40B4-BE49-F238E27FC236}">
                <a16:creationId xmlns:a16="http://schemas.microsoft.com/office/drawing/2014/main" id="{4F1DFC33-6900-D590-22CF-8DD60CC914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79279" imgH="380835" progId="Equation.3">
                  <p:embed/>
                </p:oleObj>
              </mc:Choice>
              <mc:Fallback>
                <p:oleObj name="Equation" r:id="rId15" imgW="279279" imgH="380835" progId="Equation.3">
                  <p:embed/>
                  <p:pic>
                    <p:nvPicPr>
                      <p:cNvPr id="19466" name="Object 23">
                        <a:extLst>
                          <a:ext uri="{FF2B5EF4-FFF2-40B4-BE49-F238E27FC236}">
                            <a16:creationId xmlns:a16="http://schemas.microsoft.com/office/drawing/2014/main" id="{4F1DFC33-6900-D590-22CF-8DD60CC914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7" name="Object 24">
            <a:extLst>
              <a:ext uri="{FF2B5EF4-FFF2-40B4-BE49-F238E27FC236}">
                <a16:creationId xmlns:a16="http://schemas.microsoft.com/office/drawing/2014/main" id="{F6370B7C-D576-3863-2050-6866BF03F9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19467" name="Object 24">
                        <a:extLst>
                          <a:ext uri="{FF2B5EF4-FFF2-40B4-BE49-F238E27FC236}">
                            <a16:creationId xmlns:a16="http://schemas.microsoft.com/office/drawing/2014/main" id="{F6370B7C-D576-3863-2050-6866BF03F9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1" name="Line 25">
            <a:extLst>
              <a:ext uri="{FF2B5EF4-FFF2-40B4-BE49-F238E27FC236}">
                <a16:creationId xmlns:a16="http://schemas.microsoft.com/office/drawing/2014/main" id="{481A7A6C-3F1E-6C9C-4867-0F9C81308F85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82" name="Line 26">
            <a:extLst>
              <a:ext uri="{FF2B5EF4-FFF2-40B4-BE49-F238E27FC236}">
                <a16:creationId xmlns:a16="http://schemas.microsoft.com/office/drawing/2014/main" id="{DCE41364-06B2-5825-F38B-C9295FA0BCC0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5562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83" name="Text Box 27">
            <a:extLst>
              <a:ext uri="{FF2B5EF4-FFF2-40B4-BE49-F238E27FC236}">
                <a16:creationId xmlns:a16="http://schemas.microsoft.com/office/drawing/2014/main" id="{8340BC91-CBE5-269D-3B19-4EC9BFC3B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276600"/>
            <a:ext cx="14430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accept</a:t>
            </a:r>
          </a:p>
        </p:txBody>
      </p:sp>
      <p:sp>
        <p:nvSpPr>
          <p:cNvPr id="19484" name="Text Box 28">
            <a:extLst>
              <a:ext uri="{FF2B5EF4-FFF2-40B4-BE49-F238E27FC236}">
                <a16:creationId xmlns:a16="http://schemas.microsoft.com/office/drawing/2014/main" id="{7A0240DA-8768-FA04-E952-6E4D0A672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28600"/>
            <a:ext cx="3048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Input finished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2" name="Rectangle 2">
            <a:extLst>
              <a:ext uri="{FF2B5EF4-FFF2-40B4-BE49-F238E27FC236}">
                <a16:creationId xmlns:a16="http://schemas.microsoft.com/office/drawing/2014/main" id="{E9F49BE3-DABF-C9B8-9940-2713C45CA9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0" y="0"/>
            <a:ext cx="88392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/>
              <a:t>Rejection Example</a:t>
            </a:r>
          </a:p>
        </p:txBody>
      </p:sp>
      <p:sp>
        <p:nvSpPr>
          <p:cNvPr id="20493" name="Oval 3">
            <a:extLst>
              <a:ext uri="{FF2B5EF4-FFF2-40B4-BE49-F238E27FC236}">
                <a16:creationId xmlns:a16="http://schemas.microsoft.com/office/drawing/2014/main" id="{0C4B977A-E027-2C64-0493-0868C21E5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419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0494" name="Oval 4">
            <a:extLst>
              <a:ext uri="{FF2B5EF4-FFF2-40B4-BE49-F238E27FC236}">
                <a16:creationId xmlns:a16="http://schemas.microsoft.com/office/drawing/2014/main" id="{DF124C8E-799A-B31E-BE29-260B41450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0495" name="Oval 5">
            <a:extLst>
              <a:ext uri="{FF2B5EF4-FFF2-40B4-BE49-F238E27FC236}">
                <a16:creationId xmlns:a16="http://schemas.microsoft.com/office/drawing/2014/main" id="{F1A65CB9-A63D-DD77-91B2-92EEFB647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0496" name="Line 6">
            <a:extLst>
              <a:ext uri="{FF2B5EF4-FFF2-40B4-BE49-F238E27FC236}">
                <a16:creationId xmlns:a16="http://schemas.microsoft.com/office/drawing/2014/main" id="{C357CE02-A28A-9513-D7D0-BDFB1DFFFE4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48006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7" name="Oval 7">
            <a:extLst>
              <a:ext uri="{FF2B5EF4-FFF2-40B4-BE49-F238E27FC236}">
                <a16:creationId xmlns:a16="http://schemas.microsoft.com/office/drawing/2014/main" id="{09ACB85A-9EED-685F-66B8-B7D98312E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1910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0498" name="Line 8">
            <a:extLst>
              <a:ext uri="{FF2B5EF4-FFF2-40B4-BE49-F238E27FC236}">
                <a16:creationId xmlns:a16="http://schemas.microsoft.com/office/drawing/2014/main" id="{BD126FA1-D70B-311D-0A2E-59AB216B6BC4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9" name="Line 9">
            <a:extLst>
              <a:ext uri="{FF2B5EF4-FFF2-40B4-BE49-F238E27FC236}">
                <a16:creationId xmlns:a16="http://schemas.microsoft.com/office/drawing/2014/main" id="{96D484E4-EA54-1B9E-857E-FA047361865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0" name="Freeform 10">
            <a:extLst>
              <a:ext uri="{FF2B5EF4-FFF2-40B4-BE49-F238E27FC236}">
                <a16:creationId xmlns:a16="http://schemas.microsoft.com/office/drawing/2014/main" id="{5B599263-D00C-B00F-1979-9E1C48818535}"/>
              </a:ext>
            </a:extLst>
          </p:cNvPr>
          <p:cNvSpPr>
            <a:spLocks/>
          </p:cNvSpPr>
          <p:nvPr/>
        </p:nvSpPr>
        <p:spPr bwMode="auto">
          <a:xfrm>
            <a:off x="2641600" y="34163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0501" name="Freeform 11">
            <a:extLst>
              <a:ext uri="{FF2B5EF4-FFF2-40B4-BE49-F238E27FC236}">
                <a16:creationId xmlns:a16="http://schemas.microsoft.com/office/drawing/2014/main" id="{FAC4B174-E6CF-6D41-C92A-AA47F8808E47}"/>
              </a:ext>
            </a:extLst>
          </p:cNvPr>
          <p:cNvSpPr>
            <a:spLocks/>
          </p:cNvSpPr>
          <p:nvPr/>
        </p:nvSpPr>
        <p:spPr bwMode="auto">
          <a:xfrm>
            <a:off x="8763000" y="34290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0482" name="Object 12">
            <a:extLst>
              <a:ext uri="{FF2B5EF4-FFF2-40B4-BE49-F238E27FC236}">
                <a16:creationId xmlns:a16="http://schemas.microsoft.com/office/drawing/2014/main" id="{85D26962-72B1-0199-B367-19CF94695E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20482" name="Object 12">
                        <a:extLst>
                          <a:ext uri="{FF2B5EF4-FFF2-40B4-BE49-F238E27FC236}">
                            <a16:creationId xmlns:a16="http://schemas.microsoft.com/office/drawing/2014/main" id="{85D26962-72B1-0199-B367-19CF94695E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13">
            <a:extLst>
              <a:ext uri="{FF2B5EF4-FFF2-40B4-BE49-F238E27FC236}">
                <a16:creationId xmlns:a16="http://schemas.microsoft.com/office/drawing/2014/main" id="{00ABE833-F065-B5BF-497C-B966B2A3ED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279" imgH="380835" progId="Equation.3">
                  <p:embed/>
                </p:oleObj>
              </mc:Choice>
              <mc:Fallback>
                <p:oleObj name="Equation" r:id="rId4" imgW="279279" imgH="380835" progId="Equation.3">
                  <p:embed/>
                  <p:pic>
                    <p:nvPicPr>
                      <p:cNvPr id="20483" name="Object 13">
                        <a:extLst>
                          <a:ext uri="{FF2B5EF4-FFF2-40B4-BE49-F238E27FC236}">
                            <a16:creationId xmlns:a16="http://schemas.microsoft.com/office/drawing/2014/main" id="{00ABE833-F065-B5BF-497C-B966B2A3ED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14">
            <a:extLst>
              <a:ext uri="{FF2B5EF4-FFF2-40B4-BE49-F238E27FC236}">
                <a16:creationId xmlns:a16="http://schemas.microsoft.com/office/drawing/2014/main" id="{379069BB-C480-1E33-ABBF-2D16400129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1401" y="42672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08" imgH="444307" progId="Equation.3">
                  <p:embed/>
                </p:oleObj>
              </mc:Choice>
              <mc:Fallback>
                <p:oleObj name="Equation" r:id="rId6" imgW="672808" imgH="444307" progId="Equation.3">
                  <p:embed/>
                  <p:pic>
                    <p:nvPicPr>
                      <p:cNvPr id="20484" name="Object 14">
                        <a:extLst>
                          <a:ext uri="{FF2B5EF4-FFF2-40B4-BE49-F238E27FC236}">
                            <a16:creationId xmlns:a16="http://schemas.microsoft.com/office/drawing/2014/main" id="{379069BB-C480-1E33-ABBF-2D16400129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42672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15">
            <a:extLst>
              <a:ext uri="{FF2B5EF4-FFF2-40B4-BE49-F238E27FC236}">
                <a16:creationId xmlns:a16="http://schemas.microsoft.com/office/drawing/2014/main" id="{1B4DEED4-653B-1C7B-96B0-6F498CADCA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39201" y="28956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08" imgH="444307" progId="Equation.3">
                  <p:embed/>
                </p:oleObj>
              </mc:Choice>
              <mc:Fallback>
                <p:oleObj name="Equation" r:id="rId6" imgW="672808" imgH="444307" progId="Equation.3">
                  <p:embed/>
                  <p:pic>
                    <p:nvPicPr>
                      <p:cNvPr id="20485" name="Object 15">
                        <a:extLst>
                          <a:ext uri="{FF2B5EF4-FFF2-40B4-BE49-F238E27FC236}">
                            <a16:creationId xmlns:a16="http://schemas.microsoft.com/office/drawing/2014/main" id="{1B4DEED4-653B-1C7B-96B0-6F498CADCA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1" y="28956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16">
            <a:extLst>
              <a:ext uri="{FF2B5EF4-FFF2-40B4-BE49-F238E27FC236}">
                <a16:creationId xmlns:a16="http://schemas.microsoft.com/office/drawing/2014/main" id="{A0145429-9230-7979-A591-5C425409CB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100" imgH="469900" progId="Equation.3">
                  <p:embed/>
                </p:oleObj>
              </mc:Choice>
              <mc:Fallback>
                <p:oleObj name="Equation" r:id="rId8" imgW="419100" imgH="469900" progId="Equation.3">
                  <p:embed/>
                  <p:pic>
                    <p:nvPicPr>
                      <p:cNvPr id="20486" name="Object 16">
                        <a:extLst>
                          <a:ext uri="{FF2B5EF4-FFF2-40B4-BE49-F238E27FC236}">
                            <a16:creationId xmlns:a16="http://schemas.microsoft.com/office/drawing/2014/main" id="{A0145429-9230-7979-A591-5C425409CB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Object 17">
            <a:extLst>
              <a:ext uri="{FF2B5EF4-FFF2-40B4-BE49-F238E27FC236}">
                <a16:creationId xmlns:a16="http://schemas.microsoft.com/office/drawing/2014/main" id="{19872FFA-3771-53BF-B022-D692C821D0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34101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2751" imgH="469696" progId="Equation.3">
                  <p:embed/>
                </p:oleObj>
              </mc:Choice>
              <mc:Fallback>
                <p:oleObj name="Equation" r:id="rId10" imgW="342751" imgH="469696" progId="Equation.3">
                  <p:embed/>
                  <p:pic>
                    <p:nvPicPr>
                      <p:cNvPr id="20487" name="Object 17">
                        <a:extLst>
                          <a:ext uri="{FF2B5EF4-FFF2-40B4-BE49-F238E27FC236}">
                            <a16:creationId xmlns:a16="http://schemas.microsoft.com/office/drawing/2014/main" id="{19872FFA-3771-53BF-B022-D692C821D0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1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8" name="Object 18">
            <a:extLst>
              <a:ext uri="{FF2B5EF4-FFF2-40B4-BE49-F238E27FC236}">
                <a16:creationId xmlns:a16="http://schemas.microsoft.com/office/drawing/2014/main" id="{6FDCA6FB-D3A9-3AC7-CE48-AC8A259F69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4301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93529" imgH="469696" progId="Equation.3">
                  <p:embed/>
                </p:oleObj>
              </mc:Choice>
              <mc:Fallback>
                <p:oleObj name="Equation" r:id="rId12" imgW="393529" imgH="469696" progId="Equation.3">
                  <p:embed/>
                  <p:pic>
                    <p:nvPicPr>
                      <p:cNvPr id="20488" name="Object 18">
                        <a:extLst>
                          <a:ext uri="{FF2B5EF4-FFF2-40B4-BE49-F238E27FC236}">
                            <a16:creationId xmlns:a16="http://schemas.microsoft.com/office/drawing/2014/main" id="{6FDCA6FB-D3A9-3AC7-CE48-AC8A259F69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4301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2" name="Rectangle 19">
            <a:extLst>
              <a:ext uri="{FF2B5EF4-FFF2-40B4-BE49-F238E27FC236}">
                <a16:creationId xmlns:a16="http://schemas.microsoft.com/office/drawing/2014/main" id="{F79A9055-C9B5-FD19-C436-9CD64A0B0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0503" name="Line 20">
            <a:extLst>
              <a:ext uri="{FF2B5EF4-FFF2-40B4-BE49-F238E27FC236}">
                <a16:creationId xmlns:a16="http://schemas.microsoft.com/office/drawing/2014/main" id="{293F9201-5C61-615F-BE37-48C7F00A4A18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4" name="Line 21">
            <a:extLst>
              <a:ext uri="{FF2B5EF4-FFF2-40B4-BE49-F238E27FC236}">
                <a16:creationId xmlns:a16="http://schemas.microsoft.com/office/drawing/2014/main" id="{F87D9DEA-6583-C42B-2900-44C35824EE9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5" name="Line 22">
            <a:extLst>
              <a:ext uri="{FF2B5EF4-FFF2-40B4-BE49-F238E27FC236}">
                <a16:creationId xmlns:a16="http://schemas.microsoft.com/office/drawing/2014/main" id="{60DA7F9D-9FDF-CE04-204A-FEACB57CB99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489" name="Object 23">
            <a:extLst>
              <a:ext uri="{FF2B5EF4-FFF2-40B4-BE49-F238E27FC236}">
                <a16:creationId xmlns:a16="http://schemas.microsoft.com/office/drawing/2014/main" id="{66D251C4-EDCA-18DB-3E3F-4F914F5C3A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20489" name="Object 23">
                        <a:extLst>
                          <a:ext uri="{FF2B5EF4-FFF2-40B4-BE49-F238E27FC236}">
                            <a16:creationId xmlns:a16="http://schemas.microsoft.com/office/drawing/2014/main" id="{66D251C4-EDCA-18DB-3E3F-4F914F5C3A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0" name="Object 24">
            <a:extLst>
              <a:ext uri="{FF2B5EF4-FFF2-40B4-BE49-F238E27FC236}">
                <a16:creationId xmlns:a16="http://schemas.microsoft.com/office/drawing/2014/main" id="{4B2F6130-C370-AA53-0010-7F3FBA6B51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79279" imgH="380835" progId="Equation.3">
                  <p:embed/>
                </p:oleObj>
              </mc:Choice>
              <mc:Fallback>
                <p:oleObj name="Equation" r:id="rId15" imgW="279279" imgH="380835" progId="Equation.3">
                  <p:embed/>
                  <p:pic>
                    <p:nvPicPr>
                      <p:cNvPr id="20490" name="Object 24">
                        <a:extLst>
                          <a:ext uri="{FF2B5EF4-FFF2-40B4-BE49-F238E27FC236}">
                            <a16:creationId xmlns:a16="http://schemas.microsoft.com/office/drawing/2014/main" id="{4B2F6130-C370-AA53-0010-7F3FBA6B51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6" name="Line 26">
            <a:extLst>
              <a:ext uri="{FF2B5EF4-FFF2-40B4-BE49-F238E27FC236}">
                <a16:creationId xmlns:a16="http://schemas.microsoft.com/office/drawing/2014/main" id="{1C336E3F-F1E6-DE11-C070-C2BFB098881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7" name="Line 27">
            <a:extLst>
              <a:ext uri="{FF2B5EF4-FFF2-40B4-BE49-F238E27FC236}">
                <a16:creationId xmlns:a16="http://schemas.microsoft.com/office/drawing/2014/main" id="{CA868F10-6805-F31B-20D8-1802EF83C75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5334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491" name="Object 28">
            <a:extLst>
              <a:ext uri="{FF2B5EF4-FFF2-40B4-BE49-F238E27FC236}">
                <a16:creationId xmlns:a16="http://schemas.microsoft.com/office/drawing/2014/main" id="{A938E9ED-F31B-65C3-D847-695E5DA8BC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79279" imgH="380835" progId="Equation.3">
                  <p:embed/>
                </p:oleObj>
              </mc:Choice>
              <mc:Fallback>
                <p:oleObj name="Equation" r:id="rId15" imgW="279279" imgH="380835" progId="Equation.3">
                  <p:embed/>
                  <p:pic>
                    <p:nvPicPr>
                      <p:cNvPr id="20491" name="Object 28">
                        <a:extLst>
                          <a:ext uri="{FF2B5EF4-FFF2-40B4-BE49-F238E27FC236}">
                            <a16:creationId xmlns:a16="http://schemas.microsoft.com/office/drawing/2014/main" id="{A938E9ED-F31B-65C3-D847-695E5DA8BC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6" name="Oval 1026">
            <a:extLst>
              <a:ext uri="{FF2B5EF4-FFF2-40B4-BE49-F238E27FC236}">
                <a16:creationId xmlns:a16="http://schemas.microsoft.com/office/drawing/2014/main" id="{27E79A0E-B6A9-0D79-B4C1-A0B0579CC9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1517" name="Oval 1027">
            <a:extLst>
              <a:ext uri="{FF2B5EF4-FFF2-40B4-BE49-F238E27FC236}">
                <a16:creationId xmlns:a16="http://schemas.microsoft.com/office/drawing/2014/main" id="{26A9A54D-0562-A53D-A861-F7DCC2CB2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419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1518" name="Oval 1028">
            <a:extLst>
              <a:ext uri="{FF2B5EF4-FFF2-40B4-BE49-F238E27FC236}">
                <a16:creationId xmlns:a16="http://schemas.microsoft.com/office/drawing/2014/main" id="{3ACAD495-ECA1-014F-427C-F4C1797CB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1519" name="Line 1029">
            <a:extLst>
              <a:ext uri="{FF2B5EF4-FFF2-40B4-BE49-F238E27FC236}">
                <a16:creationId xmlns:a16="http://schemas.microsoft.com/office/drawing/2014/main" id="{94B39B89-5C70-39BF-941B-0A87BD70040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0" name="Oval 1030">
            <a:extLst>
              <a:ext uri="{FF2B5EF4-FFF2-40B4-BE49-F238E27FC236}">
                <a16:creationId xmlns:a16="http://schemas.microsoft.com/office/drawing/2014/main" id="{03C92590-A0D5-4065-A71B-23BAF550ED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191000"/>
            <a:ext cx="1143000" cy="1143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1521" name="Line 1031">
            <a:extLst>
              <a:ext uri="{FF2B5EF4-FFF2-40B4-BE49-F238E27FC236}">
                <a16:creationId xmlns:a16="http://schemas.microsoft.com/office/drawing/2014/main" id="{8F3F73C2-3A6E-58B4-374E-CA101B09F5F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4800600"/>
            <a:ext cx="2286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2" name="Line 1032">
            <a:extLst>
              <a:ext uri="{FF2B5EF4-FFF2-40B4-BE49-F238E27FC236}">
                <a16:creationId xmlns:a16="http://schemas.microsoft.com/office/drawing/2014/main" id="{D282492F-DB1E-DE1A-36A5-0983C7164363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3" name="Freeform 1033">
            <a:extLst>
              <a:ext uri="{FF2B5EF4-FFF2-40B4-BE49-F238E27FC236}">
                <a16:creationId xmlns:a16="http://schemas.microsoft.com/office/drawing/2014/main" id="{E9ABCEF9-128D-9802-DFE1-3E10FB59A32A}"/>
              </a:ext>
            </a:extLst>
          </p:cNvPr>
          <p:cNvSpPr>
            <a:spLocks/>
          </p:cNvSpPr>
          <p:nvPr/>
        </p:nvSpPr>
        <p:spPr bwMode="auto">
          <a:xfrm>
            <a:off x="2641600" y="34163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1524" name="Freeform 1034">
            <a:extLst>
              <a:ext uri="{FF2B5EF4-FFF2-40B4-BE49-F238E27FC236}">
                <a16:creationId xmlns:a16="http://schemas.microsoft.com/office/drawing/2014/main" id="{8C4F37CE-920D-8663-3D8B-F78FE44366E3}"/>
              </a:ext>
            </a:extLst>
          </p:cNvPr>
          <p:cNvSpPr>
            <a:spLocks/>
          </p:cNvSpPr>
          <p:nvPr/>
        </p:nvSpPr>
        <p:spPr bwMode="auto">
          <a:xfrm>
            <a:off x="8763000" y="34290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1506" name="Object 1035">
            <a:extLst>
              <a:ext uri="{FF2B5EF4-FFF2-40B4-BE49-F238E27FC236}">
                <a16:creationId xmlns:a16="http://schemas.microsoft.com/office/drawing/2014/main" id="{00C1CB69-002A-2A77-48EF-C4A85D7AEC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21506" name="Object 1035">
                        <a:extLst>
                          <a:ext uri="{FF2B5EF4-FFF2-40B4-BE49-F238E27FC236}">
                            <a16:creationId xmlns:a16="http://schemas.microsoft.com/office/drawing/2014/main" id="{00C1CB69-002A-2A77-48EF-C4A85D7AEC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1036">
            <a:extLst>
              <a:ext uri="{FF2B5EF4-FFF2-40B4-BE49-F238E27FC236}">
                <a16:creationId xmlns:a16="http://schemas.microsoft.com/office/drawing/2014/main" id="{DA8BA18C-CCE1-1B29-778E-A0E22EEFA1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279" imgH="380835" progId="Equation.3">
                  <p:embed/>
                </p:oleObj>
              </mc:Choice>
              <mc:Fallback>
                <p:oleObj name="Equation" r:id="rId4" imgW="279279" imgH="380835" progId="Equation.3">
                  <p:embed/>
                  <p:pic>
                    <p:nvPicPr>
                      <p:cNvPr id="21507" name="Object 1036">
                        <a:extLst>
                          <a:ext uri="{FF2B5EF4-FFF2-40B4-BE49-F238E27FC236}">
                            <a16:creationId xmlns:a16="http://schemas.microsoft.com/office/drawing/2014/main" id="{DA8BA18C-CCE1-1B29-778E-A0E22EEFA1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1037">
            <a:extLst>
              <a:ext uri="{FF2B5EF4-FFF2-40B4-BE49-F238E27FC236}">
                <a16:creationId xmlns:a16="http://schemas.microsoft.com/office/drawing/2014/main" id="{E49EC354-A47A-ADAE-0031-CE5DFFA0A8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1401" y="42672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08" imgH="444307" progId="Equation.3">
                  <p:embed/>
                </p:oleObj>
              </mc:Choice>
              <mc:Fallback>
                <p:oleObj name="Equation" r:id="rId6" imgW="672808" imgH="444307" progId="Equation.3">
                  <p:embed/>
                  <p:pic>
                    <p:nvPicPr>
                      <p:cNvPr id="21508" name="Object 1037">
                        <a:extLst>
                          <a:ext uri="{FF2B5EF4-FFF2-40B4-BE49-F238E27FC236}">
                            <a16:creationId xmlns:a16="http://schemas.microsoft.com/office/drawing/2014/main" id="{E49EC354-A47A-ADAE-0031-CE5DFFA0A8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42672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1038">
            <a:extLst>
              <a:ext uri="{FF2B5EF4-FFF2-40B4-BE49-F238E27FC236}">
                <a16:creationId xmlns:a16="http://schemas.microsoft.com/office/drawing/2014/main" id="{F297447E-FE7F-A1CE-1E28-24485B9126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39201" y="28956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08" imgH="444307" progId="Equation.3">
                  <p:embed/>
                </p:oleObj>
              </mc:Choice>
              <mc:Fallback>
                <p:oleObj name="Equation" r:id="rId6" imgW="672808" imgH="444307" progId="Equation.3">
                  <p:embed/>
                  <p:pic>
                    <p:nvPicPr>
                      <p:cNvPr id="21509" name="Object 1038">
                        <a:extLst>
                          <a:ext uri="{FF2B5EF4-FFF2-40B4-BE49-F238E27FC236}">
                            <a16:creationId xmlns:a16="http://schemas.microsoft.com/office/drawing/2014/main" id="{F297447E-FE7F-A1CE-1E28-24485B9126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1" y="28956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1039">
            <a:extLst>
              <a:ext uri="{FF2B5EF4-FFF2-40B4-BE49-F238E27FC236}">
                <a16:creationId xmlns:a16="http://schemas.microsoft.com/office/drawing/2014/main" id="{78CE8CD8-4531-65D0-B262-DBD934F47D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100" imgH="469900" progId="Equation.3">
                  <p:embed/>
                </p:oleObj>
              </mc:Choice>
              <mc:Fallback>
                <p:oleObj name="Equation" r:id="rId8" imgW="419100" imgH="469900" progId="Equation.3">
                  <p:embed/>
                  <p:pic>
                    <p:nvPicPr>
                      <p:cNvPr id="21510" name="Object 1039">
                        <a:extLst>
                          <a:ext uri="{FF2B5EF4-FFF2-40B4-BE49-F238E27FC236}">
                            <a16:creationId xmlns:a16="http://schemas.microsoft.com/office/drawing/2014/main" id="{78CE8CD8-4531-65D0-B262-DBD934F47D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1040">
            <a:extLst>
              <a:ext uri="{FF2B5EF4-FFF2-40B4-BE49-F238E27FC236}">
                <a16:creationId xmlns:a16="http://schemas.microsoft.com/office/drawing/2014/main" id="{BA39FD4D-F29B-42EF-E5DE-A34C9DD6FF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34101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2751" imgH="469696" progId="Equation.3">
                  <p:embed/>
                </p:oleObj>
              </mc:Choice>
              <mc:Fallback>
                <p:oleObj name="Equation" r:id="rId10" imgW="342751" imgH="469696" progId="Equation.3">
                  <p:embed/>
                  <p:pic>
                    <p:nvPicPr>
                      <p:cNvPr id="21511" name="Object 1040">
                        <a:extLst>
                          <a:ext uri="{FF2B5EF4-FFF2-40B4-BE49-F238E27FC236}">
                            <a16:creationId xmlns:a16="http://schemas.microsoft.com/office/drawing/2014/main" id="{BA39FD4D-F29B-42EF-E5DE-A34C9DD6FF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1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2" name="Object 1041">
            <a:extLst>
              <a:ext uri="{FF2B5EF4-FFF2-40B4-BE49-F238E27FC236}">
                <a16:creationId xmlns:a16="http://schemas.microsoft.com/office/drawing/2014/main" id="{53204146-DFB0-F8D2-3B9C-399AC4A30D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4301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93529" imgH="469696" progId="Equation.3">
                  <p:embed/>
                </p:oleObj>
              </mc:Choice>
              <mc:Fallback>
                <p:oleObj name="Equation" r:id="rId12" imgW="393529" imgH="469696" progId="Equation.3">
                  <p:embed/>
                  <p:pic>
                    <p:nvPicPr>
                      <p:cNvPr id="21512" name="Object 1041">
                        <a:extLst>
                          <a:ext uri="{FF2B5EF4-FFF2-40B4-BE49-F238E27FC236}">
                            <a16:creationId xmlns:a16="http://schemas.microsoft.com/office/drawing/2014/main" id="{53204146-DFB0-F8D2-3B9C-399AC4A30D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4301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5" name="Rectangle 1042">
            <a:extLst>
              <a:ext uri="{FF2B5EF4-FFF2-40B4-BE49-F238E27FC236}">
                <a16:creationId xmlns:a16="http://schemas.microsoft.com/office/drawing/2014/main" id="{B2F0BBE0-7F34-7C49-A9AF-603245E78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1526" name="Line 1043">
            <a:extLst>
              <a:ext uri="{FF2B5EF4-FFF2-40B4-BE49-F238E27FC236}">
                <a16:creationId xmlns:a16="http://schemas.microsoft.com/office/drawing/2014/main" id="{3D0321AE-835D-119A-B2FF-741BD1A31691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7" name="Line 1044">
            <a:extLst>
              <a:ext uri="{FF2B5EF4-FFF2-40B4-BE49-F238E27FC236}">
                <a16:creationId xmlns:a16="http://schemas.microsoft.com/office/drawing/2014/main" id="{F016A797-3391-DD4C-4242-FD12DD57995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8" name="Line 1045">
            <a:extLst>
              <a:ext uri="{FF2B5EF4-FFF2-40B4-BE49-F238E27FC236}">
                <a16:creationId xmlns:a16="http://schemas.microsoft.com/office/drawing/2014/main" id="{32B1021A-BAD8-94A6-4915-873A8ACC4B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513" name="Object 1046">
            <a:extLst>
              <a:ext uri="{FF2B5EF4-FFF2-40B4-BE49-F238E27FC236}">
                <a16:creationId xmlns:a16="http://schemas.microsoft.com/office/drawing/2014/main" id="{A7B5C12E-5988-FE40-4195-54C84A2D07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21513" name="Object 1046">
                        <a:extLst>
                          <a:ext uri="{FF2B5EF4-FFF2-40B4-BE49-F238E27FC236}">
                            <a16:creationId xmlns:a16="http://schemas.microsoft.com/office/drawing/2014/main" id="{A7B5C12E-5988-FE40-4195-54C84A2D07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4" name="Object 1047">
            <a:extLst>
              <a:ext uri="{FF2B5EF4-FFF2-40B4-BE49-F238E27FC236}">
                <a16:creationId xmlns:a16="http://schemas.microsoft.com/office/drawing/2014/main" id="{E150A654-B09F-A744-5EB2-06A3B3DC60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79279" imgH="380835" progId="Equation.3">
                  <p:embed/>
                </p:oleObj>
              </mc:Choice>
              <mc:Fallback>
                <p:oleObj name="Equation" r:id="rId15" imgW="279279" imgH="380835" progId="Equation.3">
                  <p:embed/>
                  <p:pic>
                    <p:nvPicPr>
                      <p:cNvPr id="21514" name="Object 1047">
                        <a:extLst>
                          <a:ext uri="{FF2B5EF4-FFF2-40B4-BE49-F238E27FC236}">
                            <a16:creationId xmlns:a16="http://schemas.microsoft.com/office/drawing/2014/main" id="{E150A654-B09F-A744-5EB2-06A3B3DC60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9" name="Line 1048">
            <a:extLst>
              <a:ext uri="{FF2B5EF4-FFF2-40B4-BE49-F238E27FC236}">
                <a16:creationId xmlns:a16="http://schemas.microsoft.com/office/drawing/2014/main" id="{79FF39F8-CADD-AF10-AE28-D5A7700ECFF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30" name="Line 1049">
            <a:extLst>
              <a:ext uri="{FF2B5EF4-FFF2-40B4-BE49-F238E27FC236}">
                <a16:creationId xmlns:a16="http://schemas.microsoft.com/office/drawing/2014/main" id="{7EB89106-63FC-7461-A442-6D1649F8050E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5562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515" name="Object 1050">
            <a:extLst>
              <a:ext uri="{FF2B5EF4-FFF2-40B4-BE49-F238E27FC236}">
                <a16:creationId xmlns:a16="http://schemas.microsoft.com/office/drawing/2014/main" id="{1547694C-D3C5-46B4-6F83-100A2C30AC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79279" imgH="380835" progId="Equation.3">
                  <p:embed/>
                </p:oleObj>
              </mc:Choice>
              <mc:Fallback>
                <p:oleObj name="Equation" r:id="rId15" imgW="279279" imgH="380835" progId="Equation.3">
                  <p:embed/>
                  <p:pic>
                    <p:nvPicPr>
                      <p:cNvPr id="21515" name="Object 1050">
                        <a:extLst>
                          <a:ext uri="{FF2B5EF4-FFF2-40B4-BE49-F238E27FC236}">
                            <a16:creationId xmlns:a16="http://schemas.microsoft.com/office/drawing/2014/main" id="{1547694C-D3C5-46B4-6F83-100A2C30AC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0" name="Oval 2">
            <a:extLst>
              <a:ext uri="{FF2B5EF4-FFF2-40B4-BE49-F238E27FC236}">
                <a16:creationId xmlns:a16="http://schemas.microsoft.com/office/drawing/2014/main" id="{B8421874-254C-C126-F765-8B4FD5893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2541" name="Oval 3">
            <a:extLst>
              <a:ext uri="{FF2B5EF4-FFF2-40B4-BE49-F238E27FC236}">
                <a16:creationId xmlns:a16="http://schemas.microsoft.com/office/drawing/2014/main" id="{DA6C1A96-C699-1CFF-F5DC-AA299CB7B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2542" name="Oval 4">
            <a:extLst>
              <a:ext uri="{FF2B5EF4-FFF2-40B4-BE49-F238E27FC236}">
                <a16:creationId xmlns:a16="http://schemas.microsoft.com/office/drawing/2014/main" id="{C65FF403-2305-3CF1-398A-3F7925DEA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4419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2543" name="Line 5">
            <a:extLst>
              <a:ext uri="{FF2B5EF4-FFF2-40B4-BE49-F238E27FC236}">
                <a16:creationId xmlns:a16="http://schemas.microsoft.com/office/drawing/2014/main" id="{B9D5AA1D-35F0-BFCB-4342-2B3B38D9AB5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4" name="Oval 6">
            <a:extLst>
              <a:ext uri="{FF2B5EF4-FFF2-40B4-BE49-F238E27FC236}">
                <a16:creationId xmlns:a16="http://schemas.microsoft.com/office/drawing/2014/main" id="{48269489-A214-C117-7F32-8FB2EBE3B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1910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2545" name="Line 7">
            <a:extLst>
              <a:ext uri="{FF2B5EF4-FFF2-40B4-BE49-F238E27FC236}">
                <a16:creationId xmlns:a16="http://schemas.microsoft.com/office/drawing/2014/main" id="{BA628DCB-4C20-2D91-F446-8A818DF66ED0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6" name="Line 8">
            <a:extLst>
              <a:ext uri="{FF2B5EF4-FFF2-40B4-BE49-F238E27FC236}">
                <a16:creationId xmlns:a16="http://schemas.microsoft.com/office/drawing/2014/main" id="{C5870DAD-8B72-169A-52B4-A0D339B626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4800600"/>
            <a:ext cx="2057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7" name="Freeform 9">
            <a:extLst>
              <a:ext uri="{FF2B5EF4-FFF2-40B4-BE49-F238E27FC236}">
                <a16:creationId xmlns:a16="http://schemas.microsoft.com/office/drawing/2014/main" id="{EA02ABE7-F8BD-65A0-9362-42443250B309}"/>
              </a:ext>
            </a:extLst>
          </p:cNvPr>
          <p:cNvSpPr>
            <a:spLocks/>
          </p:cNvSpPr>
          <p:nvPr/>
        </p:nvSpPr>
        <p:spPr bwMode="auto">
          <a:xfrm>
            <a:off x="2641600" y="34163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2548" name="Freeform 10">
            <a:extLst>
              <a:ext uri="{FF2B5EF4-FFF2-40B4-BE49-F238E27FC236}">
                <a16:creationId xmlns:a16="http://schemas.microsoft.com/office/drawing/2014/main" id="{2C1E9EDC-C242-BB77-8D04-A59EED5E1C13}"/>
              </a:ext>
            </a:extLst>
          </p:cNvPr>
          <p:cNvSpPr>
            <a:spLocks/>
          </p:cNvSpPr>
          <p:nvPr/>
        </p:nvSpPr>
        <p:spPr bwMode="auto">
          <a:xfrm>
            <a:off x="8763000" y="34290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2530" name="Object 11">
            <a:extLst>
              <a:ext uri="{FF2B5EF4-FFF2-40B4-BE49-F238E27FC236}">
                <a16:creationId xmlns:a16="http://schemas.microsoft.com/office/drawing/2014/main" id="{A2CDD207-3973-DD45-C596-9F07A301A0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22530" name="Object 11">
                        <a:extLst>
                          <a:ext uri="{FF2B5EF4-FFF2-40B4-BE49-F238E27FC236}">
                            <a16:creationId xmlns:a16="http://schemas.microsoft.com/office/drawing/2014/main" id="{A2CDD207-3973-DD45-C596-9F07A301A0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Object 12">
            <a:extLst>
              <a:ext uri="{FF2B5EF4-FFF2-40B4-BE49-F238E27FC236}">
                <a16:creationId xmlns:a16="http://schemas.microsoft.com/office/drawing/2014/main" id="{9A0547FA-F32C-C612-3234-BF0CF0D493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279" imgH="380835" progId="Equation.3">
                  <p:embed/>
                </p:oleObj>
              </mc:Choice>
              <mc:Fallback>
                <p:oleObj name="Equation" r:id="rId4" imgW="279279" imgH="380835" progId="Equation.3">
                  <p:embed/>
                  <p:pic>
                    <p:nvPicPr>
                      <p:cNvPr id="22531" name="Object 12">
                        <a:extLst>
                          <a:ext uri="{FF2B5EF4-FFF2-40B4-BE49-F238E27FC236}">
                            <a16:creationId xmlns:a16="http://schemas.microsoft.com/office/drawing/2014/main" id="{9A0547FA-F32C-C612-3234-BF0CF0D493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13">
            <a:extLst>
              <a:ext uri="{FF2B5EF4-FFF2-40B4-BE49-F238E27FC236}">
                <a16:creationId xmlns:a16="http://schemas.microsoft.com/office/drawing/2014/main" id="{AF4B30AB-4F7F-3867-B1D6-685DFA05F5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1401" y="42672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08" imgH="444307" progId="Equation.3">
                  <p:embed/>
                </p:oleObj>
              </mc:Choice>
              <mc:Fallback>
                <p:oleObj name="Equation" r:id="rId6" imgW="672808" imgH="444307" progId="Equation.3">
                  <p:embed/>
                  <p:pic>
                    <p:nvPicPr>
                      <p:cNvPr id="22532" name="Object 13">
                        <a:extLst>
                          <a:ext uri="{FF2B5EF4-FFF2-40B4-BE49-F238E27FC236}">
                            <a16:creationId xmlns:a16="http://schemas.microsoft.com/office/drawing/2014/main" id="{AF4B30AB-4F7F-3867-B1D6-685DFA05F5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42672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Object 14">
            <a:extLst>
              <a:ext uri="{FF2B5EF4-FFF2-40B4-BE49-F238E27FC236}">
                <a16:creationId xmlns:a16="http://schemas.microsoft.com/office/drawing/2014/main" id="{ADA56D23-3F89-1897-CC9D-39BCC635CD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39201" y="28956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08" imgH="444307" progId="Equation.3">
                  <p:embed/>
                </p:oleObj>
              </mc:Choice>
              <mc:Fallback>
                <p:oleObj name="Equation" r:id="rId6" imgW="672808" imgH="444307" progId="Equation.3">
                  <p:embed/>
                  <p:pic>
                    <p:nvPicPr>
                      <p:cNvPr id="22533" name="Object 14">
                        <a:extLst>
                          <a:ext uri="{FF2B5EF4-FFF2-40B4-BE49-F238E27FC236}">
                            <a16:creationId xmlns:a16="http://schemas.microsoft.com/office/drawing/2014/main" id="{ADA56D23-3F89-1897-CC9D-39BCC635CD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1" y="28956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Object 15">
            <a:extLst>
              <a:ext uri="{FF2B5EF4-FFF2-40B4-BE49-F238E27FC236}">
                <a16:creationId xmlns:a16="http://schemas.microsoft.com/office/drawing/2014/main" id="{8B080165-FE45-400F-A026-6761815BF2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100" imgH="469900" progId="Equation.3">
                  <p:embed/>
                </p:oleObj>
              </mc:Choice>
              <mc:Fallback>
                <p:oleObj name="Equation" r:id="rId8" imgW="419100" imgH="469900" progId="Equation.3">
                  <p:embed/>
                  <p:pic>
                    <p:nvPicPr>
                      <p:cNvPr id="22534" name="Object 15">
                        <a:extLst>
                          <a:ext uri="{FF2B5EF4-FFF2-40B4-BE49-F238E27FC236}">
                            <a16:creationId xmlns:a16="http://schemas.microsoft.com/office/drawing/2014/main" id="{8B080165-FE45-400F-A026-6761815BF2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Object 16">
            <a:extLst>
              <a:ext uri="{FF2B5EF4-FFF2-40B4-BE49-F238E27FC236}">
                <a16:creationId xmlns:a16="http://schemas.microsoft.com/office/drawing/2014/main" id="{BDD66837-25FA-548E-35F0-A0833E1577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34101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2751" imgH="469696" progId="Equation.3">
                  <p:embed/>
                </p:oleObj>
              </mc:Choice>
              <mc:Fallback>
                <p:oleObj name="Equation" r:id="rId10" imgW="342751" imgH="469696" progId="Equation.3">
                  <p:embed/>
                  <p:pic>
                    <p:nvPicPr>
                      <p:cNvPr id="22535" name="Object 16">
                        <a:extLst>
                          <a:ext uri="{FF2B5EF4-FFF2-40B4-BE49-F238E27FC236}">
                            <a16:creationId xmlns:a16="http://schemas.microsoft.com/office/drawing/2014/main" id="{BDD66837-25FA-548E-35F0-A0833E1577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1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6" name="Object 17">
            <a:extLst>
              <a:ext uri="{FF2B5EF4-FFF2-40B4-BE49-F238E27FC236}">
                <a16:creationId xmlns:a16="http://schemas.microsoft.com/office/drawing/2014/main" id="{702E2A23-320A-07F7-72DC-B0C2FBC386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4301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93529" imgH="469696" progId="Equation.3">
                  <p:embed/>
                </p:oleObj>
              </mc:Choice>
              <mc:Fallback>
                <p:oleObj name="Equation" r:id="rId12" imgW="393529" imgH="469696" progId="Equation.3">
                  <p:embed/>
                  <p:pic>
                    <p:nvPicPr>
                      <p:cNvPr id="22536" name="Object 17">
                        <a:extLst>
                          <a:ext uri="{FF2B5EF4-FFF2-40B4-BE49-F238E27FC236}">
                            <a16:creationId xmlns:a16="http://schemas.microsoft.com/office/drawing/2014/main" id="{702E2A23-320A-07F7-72DC-B0C2FBC386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4301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9" name="Rectangle 18">
            <a:extLst>
              <a:ext uri="{FF2B5EF4-FFF2-40B4-BE49-F238E27FC236}">
                <a16:creationId xmlns:a16="http://schemas.microsoft.com/office/drawing/2014/main" id="{B51D48A8-8CAF-8347-1F46-F720EF561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2550" name="Line 19">
            <a:extLst>
              <a:ext uri="{FF2B5EF4-FFF2-40B4-BE49-F238E27FC236}">
                <a16:creationId xmlns:a16="http://schemas.microsoft.com/office/drawing/2014/main" id="{6B2B6AE1-C26C-9A75-4677-2626DE5A3F19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51" name="Line 20">
            <a:extLst>
              <a:ext uri="{FF2B5EF4-FFF2-40B4-BE49-F238E27FC236}">
                <a16:creationId xmlns:a16="http://schemas.microsoft.com/office/drawing/2014/main" id="{4CC2536D-7056-9E01-16D1-330C611135B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52" name="Line 21">
            <a:extLst>
              <a:ext uri="{FF2B5EF4-FFF2-40B4-BE49-F238E27FC236}">
                <a16:creationId xmlns:a16="http://schemas.microsoft.com/office/drawing/2014/main" id="{7FD002E0-86E3-23B8-2654-1E2C5D6A091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537" name="Object 22">
            <a:extLst>
              <a:ext uri="{FF2B5EF4-FFF2-40B4-BE49-F238E27FC236}">
                <a16:creationId xmlns:a16="http://schemas.microsoft.com/office/drawing/2014/main" id="{61A57C3B-11DC-DAE6-73C9-3314F67AE0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22537" name="Object 22">
                        <a:extLst>
                          <a:ext uri="{FF2B5EF4-FFF2-40B4-BE49-F238E27FC236}">
                            <a16:creationId xmlns:a16="http://schemas.microsoft.com/office/drawing/2014/main" id="{61A57C3B-11DC-DAE6-73C9-3314F67AE0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8" name="Object 23">
            <a:extLst>
              <a:ext uri="{FF2B5EF4-FFF2-40B4-BE49-F238E27FC236}">
                <a16:creationId xmlns:a16="http://schemas.microsoft.com/office/drawing/2014/main" id="{D65D891E-CEB4-78CB-2EB1-56BB859A69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79279" imgH="380835" progId="Equation.3">
                  <p:embed/>
                </p:oleObj>
              </mc:Choice>
              <mc:Fallback>
                <p:oleObj name="Equation" r:id="rId15" imgW="279279" imgH="380835" progId="Equation.3">
                  <p:embed/>
                  <p:pic>
                    <p:nvPicPr>
                      <p:cNvPr id="22538" name="Object 23">
                        <a:extLst>
                          <a:ext uri="{FF2B5EF4-FFF2-40B4-BE49-F238E27FC236}">
                            <a16:creationId xmlns:a16="http://schemas.microsoft.com/office/drawing/2014/main" id="{D65D891E-CEB4-78CB-2EB1-56BB859A69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53" name="Line 24">
            <a:extLst>
              <a:ext uri="{FF2B5EF4-FFF2-40B4-BE49-F238E27FC236}">
                <a16:creationId xmlns:a16="http://schemas.microsoft.com/office/drawing/2014/main" id="{02BA9C58-5974-1397-5593-7FFB5508DD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54" name="Line 25">
            <a:extLst>
              <a:ext uri="{FF2B5EF4-FFF2-40B4-BE49-F238E27FC236}">
                <a16:creationId xmlns:a16="http://schemas.microsoft.com/office/drawing/2014/main" id="{F39A2421-0295-1666-4882-C708903E0A03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9200" y="5334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539" name="Object 26">
            <a:extLst>
              <a:ext uri="{FF2B5EF4-FFF2-40B4-BE49-F238E27FC236}">
                <a16:creationId xmlns:a16="http://schemas.microsoft.com/office/drawing/2014/main" id="{A14D2683-775E-BBEA-71B1-AA319D8A7A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79279" imgH="380835" progId="Equation.3">
                  <p:embed/>
                </p:oleObj>
              </mc:Choice>
              <mc:Fallback>
                <p:oleObj name="Equation" r:id="rId15" imgW="279279" imgH="380835" progId="Equation.3">
                  <p:embed/>
                  <p:pic>
                    <p:nvPicPr>
                      <p:cNvPr id="22539" name="Object 26">
                        <a:extLst>
                          <a:ext uri="{FF2B5EF4-FFF2-40B4-BE49-F238E27FC236}">
                            <a16:creationId xmlns:a16="http://schemas.microsoft.com/office/drawing/2014/main" id="{A14D2683-775E-BBEA-71B1-AA319D8A7A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4" name="Oval 2">
            <a:extLst>
              <a:ext uri="{FF2B5EF4-FFF2-40B4-BE49-F238E27FC236}">
                <a16:creationId xmlns:a16="http://schemas.microsoft.com/office/drawing/2014/main" id="{43E3FD63-503B-5AC9-C767-F2BD88AEA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3565" name="Oval 3">
            <a:extLst>
              <a:ext uri="{FF2B5EF4-FFF2-40B4-BE49-F238E27FC236}">
                <a16:creationId xmlns:a16="http://schemas.microsoft.com/office/drawing/2014/main" id="{7CF9B92B-B751-B024-5090-B743D521B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3566" name="Oval 4">
            <a:extLst>
              <a:ext uri="{FF2B5EF4-FFF2-40B4-BE49-F238E27FC236}">
                <a16:creationId xmlns:a16="http://schemas.microsoft.com/office/drawing/2014/main" id="{EF53EF22-3766-D70C-5746-4AF87E34F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4419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3567" name="Line 5">
            <a:extLst>
              <a:ext uri="{FF2B5EF4-FFF2-40B4-BE49-F238E27FC236}">
                <a16:creationId xmlns:a16="http://schemas.microsoft.com/office/drawing/2014/main" id="{7209DBF0-9B0D-10F4-0DA8-857F1C43B08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8" name="Oval 6">
            <a:extLst>
              <a:ext uri="{FF2B5EF4-FFF2-40B4-BE49-F238E27FC236}">
                <a16:creationId xmlns:a16="http://schemas.microsoft.com/office/drawing/2014/main" id="{91043804-7610-300D-5BD2-FC2DD8EF5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1910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3569" name="Line 7">
            <a:extLst>
              <a:ext uri="{FF2B5EF4-FFF2-40B4-BE49-F238E27FC236}">
                <a16:creationId xmlns:a16="http://schemas.microsoft.com/office/drawing/2014/main" id="{D8D3272F-CFB9-62D9-F4D1-27EE00A4FC6E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0" name="Line 8">
            <a:extLst>
              <a:ext uri="{FF2B5EF4-FFF2-40B4-BE49-F238E27FC236}">
                <a16:creationId xmlns:a16="http://schemas.microsoft.com/office/drawing/2014/main" id="{85BB1FA7-A701-B3E9-04C8-00EA4729DE2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1" name="Freeform 9">
            <a:extLst>
              <a:ext uri="{FF2B5EF4-FFF2-40B4-BE49-F238E27FC236}">
                <a16:creationId xmlns:a16="http://schemas.microsoft.com/office/drawing/2014/main" id="{94F9642D-680C-A7F9-B461-CE45D67278C2}"/>
              </a:ext>
            </a:extLst>
          </p:cNvPr>
          <p:cNvSpPr>
            <a:spLocks/>
          </p:cNvSpPr>
          <p:nvPr/>
        </p:nvSpPr>
        <p:spPr bwMode="auto">
          <a:xfrm>
            <a:off x="2641600" y="34163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3572" name="Freeform 10">
            <a:extLst>
              <a:ext uri="{FF2B5EF4-FFF2-40B4-BE49-F238E27FC236}">
                <a16:creationId xmlns:a16="http://schemas.microsoft.com/office/drawing/2014/main" id="{B6CEBB7B-DD1E-A8EB-4674-14899F2F58FE}"/>
              </a:ext>
            </a:extLst>
          </p:cNvPr>
          <p:cNvSpPr>
            <a:spLocks/>
          </p:cNvSpPr>
          <p:nvPr/>
        </p:nvSpPr>
        <p:spPr bwMode="auto">
          <a:xfrm>
            <a:off x="8763000" y="34290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3554" name="Object 11">
            <a:extLst>
              <a:ext uri="{FF2B5EF4-FFF2-40B4-BE49-F238E27FC236}">
                <a16:creationId xmlns:a16="http://schemas.microsoft.com/office/drawing/2014/main" id="{F3E46843-352F-C43A-B2E8-24BFFD200B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23554" name="Object 11">
                        <a:extLst>
                          <a:ext uri="{FF2B5EF4-FFF2-40B4-BE49-F238E27FC236}">
                            <a16:creationId xmlns:a16="http://schemas.microsoft.com/office/drawing/2014/main" id="{F3E46843-352F-C43A-B2E8-24BFFD200B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5" name="Object 12">
            <a:extLst>
              <a:ext uri="{FF2B5EF4-FFF2-40B4-BE49-F238E27FC236}">
                <a16:creationId xmlns:a16="http://schemas.microsoft.com/office/drawing/2014/main" id="{20570DBB-7EE8-30C3-3000-F65C1C3ECE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279" imgH="380835" progId="Equation.3">
                  <p:embed/>
                </p:oleObj>
              </mc:Choice>
              <mc:Fallback>
                <p:oleObj name="Equation" r:id="rId4" imgW="279279" imgH="380835" progId="Equation.3">
                  <p:embed/>
                  <p:pic>
                    <p:nvPicPr>
                      <p:cNvPr id="23555" name="Object 12">
                        <a:extLst>
                          <a:ext uri="{FF2B5EF4-FFF2-40B4-BE49-F238E27FC236}">
                            <a16:creationId xmlns:a16="http://schemas.microsoft.com/office/drawing/2014/main" id="{20570DBB-7EE8-30C3-3000-F65C1C3ECE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13">
            <a:extLst>
              <a:ext uri="{FF2B5EF4-FFF2-40B4-BE49-F238E27FC236}">
                <a16:creationId xmlns:a16="http://schemas.microsoft.com/office/drawing/2014/main" id="{7BB43A6F-FF21-28B3-ED23-F51C4141E7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1401" y="42672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08" imgH="444307" progId="Equation.3">
                  <p:embed/>
                </p:oleObj>
              </mc:Choice>
              <mc:Fallback>
                <p:oleObj name="Equation" r:id="rId6" imgW="672808" imgH="444307" progId="Equation.3">
                  <p:embed/>
                  <p:pic>
                    <p:nvPicPr>
                      <p:cNvPr id="23556" name="Object 13">
                        <a:extLst>
                          <a:ext uri="{FF2B5EF4-FFF2-40B4-BE49-F238E27FC236}">
                            <a16:creationId xmlns:a16="http://schemas.microsoft.com/office/drawing/2014/main" id="{7BB43A6F-FF21-28B3-ED23-F51C4141E7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42672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14">
            <a:extLst>
              <a:ext uri="{FF2B5EF4-FFF2-40B4-BE49-F238E27FC236}">
                <a16:creationId xmlns:a16="http://schemas.microsoft.com/office/drawing/2014/main" id="{D8E4CDCB-48B1-95DD-9C44-A8BB742821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39201" y="28956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08" imgH="444307" progId="Equation.3">
                  <p:embed/>
                </p:oleObj>
              </mc:Choice>
              <mc:Fallback>
                <p:oleObj name="Equation" r:id="rId6" imgW="672808" imgH="444307" progId="Equation.3">
                  <p:embed/>
                  <p:pic>
                    <p:nvPicPr>
                      <p:cNvPr id="23557" name="Object 14">
                        <a:extLst>
                          <a:ext uri="{FF2B5EF4-FFF2-40B4-BE49-F238E27FC236}">
                            <a16:creationId xmlns:a16="http://schemas.microsoft.com/office/drawing/2014/main" id="{D8E4CDCB-48B1-95DD-9C44-A8BB742821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1" y="28956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15">
            <a:extLst>
              <a:ext uri="{FF2B5EF4-FFF2-40B4-BE49-F238E27FC236}">
                <a16:creationId xmlns:a16="http://schemas.microsoft.com/office/drawing/2014/main" id="{31B13000-1B4E-2A5B-9FC1-8437EC42DD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100" imgH="469900" progId="Equation.3">
                  <p:embed/>
                </p:oleObj>
              </mc:Choice>
              <mc:Fallback>
                <p:oleObj name="Equation" r:id="rId8" imgW="419100" imgH="469900" progId="Equation.3">
                  <p:embed/>
                  <p:pic>
                    <p:nvPicPr>
                      <p:cNvPr id="23558" name="Object 15">
                        <a:extLst>
                          <a:ext uri="{FF2B5EF4-FFF2-40B4-BE49-F238E27FC236}">
                            <a16:creationId xmlns:a16="http://schemas.microsoft.com/office/drawing/2014/main" id="{31B13000-1B4E-2A5B-9FC1-8437EC42DD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16">
            <a:extLst>
              <a:ext uri="{FF2B5EF4-FFF2-40B4-BE49-F238E27FC236}">
                <a16:creationId xmlns:a16="http://schemas.microsoft.com/office/drawing/2014/main" id="{F7D3B10A-9C18-C0FC-602A-3B7A333F6C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34101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2751" imgH="469696" progId="Equation.3">
                  <p:embed/>
                </p:oleObj>
              </mc:Choice>
              <mc:Fallback>
                <p:oleObj name="Equation" r:id="rId10" imgW="342751" imgH="469696" progId="Equation.3">
                  <p:embed/>
                  <p:pic>
                    <p:nvPicPr>
                      <p:cNvPr id="23559" name="Object 16">
                        <a:extLst>
                          <a:ext uri="{FF2B5EF4-FFF2-40B4-BE49-F238E27FC236}">
                            <a16:creationId xmlns:a16="http://schemas.microsoft.com/office/drawing/2014/main" id="{F7D3B10A-9C18-C0FC-602A-3B7A333F6C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1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17">
            <a:extLst>
              <a:ext uri="{FF2B5EF4-FFF2-40B4-BE49-F238E27FC236}">
                <a16:creationId xmlns:a16="http://schemas.microsoft.com/office/drawing/2014/main" id="{A1FF46D7-A725-881D-A899-C0B1EDDED5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4301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93529" imgH="469696" progId="Equation.3">
                  <p:embed/>
                </p:oleObj>
              </mc:Choice>
              <mc:Fallback>
                <p:oleObj name="Equation" r:id="rId12" imgW="393529" imgH="469696" progId="Equation.3">
                  <p:embed/>
                  <p:pic>
                    <p:nvPicPr>
                      <p:cNvPr id="23560" name="Object 17">
                        <a:extLst>
                          <a:ext uri="{FF2B5EF4-FFF2-40B4-BE49-F238E27FC236}">
                            <a16:creationId xmlns:a16="http://schemas.microsoft.com/office/drawing/2014/main" id="{A1FF46D7-A725-881D-A899-C0B1EDDED5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4301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3" name="Rectangle 18">
            <a:extLst>
              <a:ext uri="{FF2B5EF4-FFF2-40B4-BE49-F238E27FC236}">
                <a16:creationId xmlns:a16="http://schemas.microsoft.com/office/drawing/2014/main" id="{203D5B08-99A7-0913-2B3D-2EFBADE51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3574" name="Line 19">
            <a:extLst>
              <a:ext uri="{FF2B5EF4-FFF2-40B4-BE49-F238E27FC236}">
                <a16:creationId xmlns:a16="http://schemas.microsoft.com/office/drawing/2014/main" id="{1331CC4C-F8E5-55EA-4EA7-562B2A593B82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5" name="Line 20">
            <a:extLst>
              <a:ext uri="{FF2B5EF4-FFF2-40B4-BE49-F238E27FC236}">
                <a16:creationId xmlns:a16="http://schemas.microsoft.com/office/drawing/2014/main" id="{8D5B1A7E-4AA7-5F01-BE3A-E680002AE63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6" name="Line 21">
            <a:extLst>
              <a:ext uri="{FF2B5EF4-FFF2-40B4-BE49-F238E27FC236}">
                <a16:creationId xmlns:a16="http://schemas.microsoft.com/office/drawing/2014/main" id="{472B221F-45AD-0181-3D93-982FB0251A9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561" name="Object 22">
            <a:extLst>
              <a:ext uri="{FF2B5EF4-FFF2-40B4-BE49-F238E27FC236}">
                <a16:creationId xmlns:a16="http://schemas.microsoft.com/office/drawing/2014/main" id="{FA46860D-8678-1A5E-1629-0BA25D1CAA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23561" name="Object 22">
                        <a:extLst>
                          <a:ext uri="{FF2B5EF4-FFF2-40B4-BE49-F238E27FC236}">
                            <a16:creationId xmlns:a16="http://schemas.microsoft.com/office/drawing/2014/main" id="{FA46860D-8678-1A5E-1629-0BA25D1CAA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Object 23">
            <a:extLst>
              <a:ext uri="{FF2B5EF4-FFF2-40B4-BE49-F238E27FC236}">
                <a16:creationId xmlns:a16="http://schemas.microsoft.com/office/drawing/2014/main" id="{962F2633-76A2-8544-04E3-A10CB5FBC9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79279" imgH="380835" progId="Equation.3">
                  <p:embed/>
                </p:oleObj>
              </mc:Choice>
              <mc:Fallback>
                <p:oleObj name="Equation" r:id="rId15" imgW="279279" imgH="380835" progId="Equation.3">
                  <p:embed/>
                  <p:pic>
                    <p:nvPicPr>
                      <p:cNvPr id="23562" name="Object 23">
                        <a:extLst>
                          <a:ext uri="{FF2B5EF4-FFF2-40B4-BE49-F238E27FC236}">
                            <a16:creationId xmlns:a16="http://schemas.microsoft.com/office/drawing/2014/main" id="{962F2633-76A2-8544-04E3-A10CB5FBC9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7" name="Line 24">
            <a:extLst>
              <a:ext uri="{FF2B5EF4-FFF2-40B4-BE49-F238E27FC236}">
                <a16:creationId xmlns:a16="http://schemas.microsoft.com/office/drawing/2014/main" id="{F382ECDA-F36F-50D8-2D4C-F38D7FEA010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8" name="Line 25">
            <a:extLst>
              <a:ext uri="{FF2B5EF4-FFF2-40B4-BE49-F238E27FC236}">
                <a16:creationId xmlns:a16="http://schemas.microsoft.com/office/drawing/2014/main" id="{846DD438-00E9-1B5D-27BD-760B3A2EEC01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9200" y="5334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563" name="Object 26">
            <a:extLst>
              <a:ext uri="{FF2B5EF4-FFF2-40B4-BE49-F238E27FC236}">
                <a16:creationId xmlns:a16="http://schemas.microsoft.com/office/drawing/2014/main" id="{E391C3E7-B693-D8D0-3780-2E299D8638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79279" imgH="380835" progId="Equation.3">
                  <p:embed/>
                </p:oleObj>
              </mc:Choice>
              <mc:Fallback>
                <p:oleObj name="Equation" r:id="rId15" imgW="279279" imgH="380835" progId="Equation.3">
                  <p:embed/>
                  <p:pic>
                    <p:nvPicPr>
                      <p:cNvPr id="23563" name="Object 26">
                        <a:extLst>
                          <a:ext uri="{FF2B5EF4-FFF2-40B4-BE49-F238E27FC236}">
                            <a16:creationId xmlns:a16="http://schemas.microsoft.com/office/drawing/2014/main" id="{E391C3E7-B693-D8D0-3780-2E299D8638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8" name="Oval 2">
            <a:extLst>
              <a:ext uri="{FF2B5EF4-FFF2-40B4-BE49-F238E27FC236}">
                <a16:creationId xmlns:a16="http://schemas.microsoft.com/office/drawing/2014/main" id="{47911E8F-F0FA-8D90-33EF-A23EB534E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4589" name="Oval 3">
            <a:extLst>
              <a:ext uri="{FF2B5EF4-FFF2-40B4-BE49-F238E27FC236}">
                <a16:creationId xmlns:a16="http://schemas.microsoft.com/office/drawing/2014/main" id="{078AA3C7-B095-31B7-ED7D-0B02A9167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4590" name="Oval 4">
            <a:extLst>
              <a:ext uri="{FF2B5EF4-FFF2-40B4-BE49-F238E27FC236}">
                <a16:creationId xmlns:a16="http://schemas.microsoft.com/office/drawing/2014/main" id="{CB8A9A07-3C13-445C-E7F4-F33EF49A4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4419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4591" name="Line 5">
            <a:extLst>
              <a:ext uri="{FF2B5EF4-FFF2-40B4-BE49-F238E27FC236}">
                <a16:creationId xmlns:a16="http://schemas.microsoft.com/office/drawing/2014/main" id="{459A4B5A-0666-3D4D-B3FC-A54E60C14D4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2" name="Oval 6">
            <a:extLst>
              <a:ext uri="{FF2B5EF4-FFF2-40B4-BE49-F238E27FC236}">
                <a16:creationId xmlns:a16="http://schemas.microsoft.com/office/drawing/2014/main" id="{5F40C95F-52F4-EB01-0762-B85376C0F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1910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4593" name="Line 7">
            <a:extLst>
              <a:ext uri="{FF2B5EF4-FFF2-40B4-BE49-F238E27FC236}">
                <a16:creationId xmlns:a16="http://schemas.microsoft.com/office/drawing/2014/main" id="{CA7ACF24-8D75-85F9-0DB3-91E668CAA3DC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4" name="Line 8">
            <a:extLst>
              <a:ext uri="{FF2B5EF4-FFF2-40B4-BE49-F238E27FC236}">
                <a16:creationId xmlns:a16="http://schemas.microsoft.com/office/drawing/2014/main" id="{4B9FE625-C22A-DFD9-8C1D-A8D1E55D90A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5" name="Freeform 9">
            <a:extLst>
              <a:ext uri="{FF2B5EF4-FFF2-40B4-BE49-F238E27FC236}">
                <a16:creationId xmlns:a16="http://schemas.microsoft.com/office/drawing/2014/main" id="{94AAC983-22A3-2A0E-40B8-581B08399556}"/>
              </a:ext>
            </a:extLst>
          </p:cNvPr>
          <p:cNvSpPr>
            <a:spLocks/>
          </p:cNvSpPr>
          <p:nvPr/>
        </p:nvSpPr>
        <p:spPr bwMode="auto">
          <a:xfrm>
            <a:off x="2641600" y="34163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4596" name="Freeform 10">
            <a:extLst>
              <a:ext uri="{FF2B5EF4-FFF2-40B4-BE49-F238E27FC236}">
                <a16:creationId xmlns:a16="http://schemas.microsoft.com/office/drawing/2014/main" id="{70E59E0D-73AE-3265-28A5-7287F6C10C67}"/>
              </a:ext>
            </a:extLst>
          </p:cNvPr>
          <p:cNvSpPr>
            <a:spLocks/>
          </p:cNvSpPr>
          <p:nvPr/>
        </p:nvSpPr>
        <p:spPr bwMode="auto">
          <a:xfrm>
            <a:off x="8763000" y="34290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4578" name="Object 11">
            <a:extLst>
              <a:ext uri="{FF2B5EF4-FFF2-40B4-BE49-F238E27FC236}">
                <a16:creationId xmlns:a16="http://schemas.microsoft.com/office/drawing/2014/main" id="{4C1D6122-2E0A-CCA4-A145-FB51162AA4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24578" name="Object 11">
                        <a:extLst>
                          <a:ext uri="{FF2B5EF4-FFF2-40B4-BE49-F238E27FC236}">
                            <a16:creationId xmlns:a16="http://schemas.microsoft.com/office/drawing/2014/main" id="{4C1D6122-2E0A-CCA4-A145-FB51162AA4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9" name="Object 12">
            <a:extLst>
              <a:ext uri="{FF2B5EF4-FFF2-40B4-BE49-F238E27FC236}">
                <a16:creationId xmlns:a16="http://schemas.microsoft.com/office/drawing/2014/main" id="{09893660-A0B1-4A94-9DAB-D6036F66C0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279" imgH="380835" progId="Equation.3">
                  <p:embed/>
                </p:oleObj>
              </mc:Choice>
              <mc:Fallback>
                <p:oleObj name="Equation" r:id="rId4" imgW="279279" imgH="380835" progId="Equation.3">
                  <p:embed/>
                  <p:pic>
                    <p:nvPicPr>
                      <p:cNvPr id="24579" name="Object 12">
                        <a:extLst>
                          <a:ext uri="{FF2B5EF4-FFF2-40B4-BE49-F238E27FC236}">
                            <a16:creationId xmlns:a16="http://schemas.microsoft.com/office/drawing/2014/main" id="{09893660-A0B1-4A94-9DAB-D6036F66C0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0" name="Object 13">
            <a:extLst>
              <a:ext uri="{FF2B5EF4-FFF2-40B4-BE49-F238E27FC236}">
                <a16:creationId xmlns:a16="http://schemas.microsoft.com/office/drawing/2014/main" id="{6D7398FF-EEAA-38F5-F0C0-1112CE849B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1401" y="42672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08" imgH="444307" progId="Equation.3">
                  <p:embed/>
                </p:oleObj>
              </mc:Choice>
              <mc:Fallback>
                <p:oleObj name="Equation" r:id="rId6" imgW="672808" imgH="444307" progId="Equation.3">
                  <p:embed/>
                  <p:pic>
                    <p:nvPicPr>
                      <p:cNvPr id="24580" name="Object 13">
                        <a:extLst>
                          <a:ext uri="{FF2B5EF4-FFF2-40B4-BE49-F238E27FC236}">
                            <a16:creationId xmlns:a16="http://schemas.microsoft.com/office/drawing/2014/main" id="{6D7398FF-EEAA-38F5-F0C0-1112CE849B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42672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1" name="Object 14">
            <a:extLst>
              <a:ext uri="{FF2B5EF4-FFF2-40B4-BE49-F238E27FC236}">
                <a16:creationId xmlns:a16="http://schemas.microsoft.com/office/drawing/2014/main" id="{FB74AF73-0977-B6C3-BE6F-BD04F1CF1A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39201" y="28956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08" imgH="444307" progId="Equation.3">
                  <p:embed/>
                </p:oleObj>
              </mc:Choice>
              <mc:Fallback>
                <p:oleObj name="Equation" r:id="rId6" imgW="672808" imgH="444307" progId="Equation.3">
                  <p:embed/>
                  <p:pic>
                    <p:nvPicPr>
                      <p:cNvPr id="24581" name="Object 14">
                        <a:extLst>
                          <a:ext uri="{FF2B5EF4-FFF2-40B4-BE49-F238E27FC236}">
                            <a16:creationId xmlns:a16="http://schemas.microsoft.com/office/drawing/2014/main" id="{FB74AF73-0977-B6C3-BE6F-BD04F1CF1A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1" y="28956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2" name="Object 15">
            <a:extLst>
              <a:ext uri="{FF2B5EF4-FFF2-40B4-BE49-F238E27FC236}">
                <a16:creationId xmlns:a16="http://schemas.microsoft.com/office/drawing/2014/main" id="{1107E0E5-5709-0DC4-264B-0A27299E89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100" imgH="469900" progId="Equation.3">
                  <p:embed/>
                </p:oleObj>
              </mc:Choice>
              <mc:Fallback>
                <p:oleObj name="Equation" r:id="rId8" imgW="419100" imgH="469900" progId="Equation.3">
                  <p:embed/>
                  <p:pic>
                    <p:nvPicPr>
                      <p:cNvPr id="24582" name="Object 15">
                        <a:extLst>
                          <a:ext uri="{FF2B5EF4-FFF2-40B4-BE49-F238E27FC236}">
                            <a16:creationId xmlns:a16="http://schemas.microsoft.com/office/drawing/2014/main" id="{1107E0E5-5709-0DC4-264B-0A27299E89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3" name="Object 16">
            <a:extLst>
              <a:ext uri="{FF2B5EF4-FFF2-40B4-BE49-F238E27FC236}">
                <a16:creationId xmlns:a16="http://schemas.microsoft.com/office/drawing/2014/main" id="{36FC88EE-69E2-2408-514B-EDE8ECD445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34101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2751" imgH="469696" progId="Equation.3">
                  <p:embed/>
                </p:oleObj>
              </mc:Choice>
              <mc:Fallback>
                <p:oleObj name="Equation" r:id="rId10" imgW="342751" imgH="469696" progId="Equation.3">
                  <p:embed/>
                  <p:pic>
                    <p:nvPicPr>
                      <p:cNvPr id="24583" name="Object 16">
                        <a:extLst>
                          <a:ext uri="{FF2B5EF4-FFF2-40B4-BE49-F238E27FC236}">
                            <a16:creationId xmlns:a16="http://schemas.microsoft.com/office/drawing/2014/main" id="{36FC88EE-69E2-2408-514B-EDE8ECD445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1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4" name="Object 17">
            <a:extLst>
              <a:ext uri="{FF2B5EF4-FFF2-40B4-BE49-F238E27FC236}">
                <a16:creationId xmlns:a16="http://schemas.microsoft.com/office/drawing/2014/main" id="{32A7B554-82F8-CB0B-B4CE-921430A31F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4301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93529" imgH="469696" progId="Equation.3">
                  <p:embed/>
                </p:oleObj>
              </mc:Choice>
              <mc:Fallback>
                <p:oleObj name="Equation" r:id="rId12" imgW="393529" imgH="469696" progId="Equation.3">
                  <p:embed/>
                  <p:pic>
                    <p:nvPicPr>
                      <p:cNvPr id="24584" name="Object 17">
                        <a:extLst>
                          <a:ext uri="{FF2B5EF4-FFF2-40B4-BE49-F238E27FC236}">
                            <a16:creationId xmlns:a16="http://schemas.microsoft.com/office/drawing/2014/main" id="{32A7B554-82F8-CB0B-B4CE-921430A31F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4301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7" name="Rectangle 18">
            <a:extLst>
              <a:ext uri="{FF2B5EF4-FFF2-40B4-BE49-F238E27FC236}">
                <a16:creationId xmlns:a16="http://schemas.microsoft.com/office/drawing/2014/main" id="{612ABEF8-503D-8B83-8156-BC1A36E20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4598" name="Line 19">
            <a:extLst>
              <a:ext uri="{FF2B5EF4-FFF2-40B4-BE49-F238E27FC236}">
                <a16:creationId xmlns:a16="http://schemas.microsoft.com/office/drawing/2014/main" id="{64CE1476-22F6-97C8-232B-AF275C8DA291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9" name="Line 20">
            <a:extLst>
              <a:ext uri="{FF2B5EF4-FFF2-40B4-BE49-F238E27FC236}">
                <a16:creationId xmlns:a16="http://schemas.microsoft.com/office/drawing/2014/main" id="{811A9092-399E-C7DA-D2F6-1D50852B927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0" name="Line 21">
            <a:extLst>
              <a:ext uri="{FF2B5EF4-FFF2-40B4-BE49-F238E27FC236}">
                <a16:creationId xmlns:a16="http://schemas.microsoft.com/office/drawing/2014/main" id="{7F772853-2966-B894-8BD6-E518B209398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585" name="Object 22">
            <a:extLst>
              <a:ext uri="{FF2B5EF4-FFF2-40B4-BE49-F238E27FC236}">
                <a16:creationId xmlns:a16="http://schemas.microsoft.com/office/drawing/2014/main" id="{941897A5-F476-0447-7D9E-8960B42379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24585" name="Object 22">
                        <a:extLst>
                          <a:ext uri="{FF2B5EF4-FFF2-40B4-BE49-F238E27FC236}">
                            <a16:creationId xmlns:a16="http://schemas.microsoft.com/office/drawing/2014/main" id="{941897A5-F476-0447-7D9E-8960B42379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6" name="Object 23">
            <a:extLst>
              <a:ext uri="{FF2B5EF4-FFF2-40B4-BE49-F238E27FC236}">
                <a16:creationId xmlns:a16="http://schemas.microsoft.com/office/drawing/2014/main" id="{DE8E79DC-3EBE-6641-AB84-71880B122B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79279" imgH="380835" progId="Equation.3">
                  <p:embed/>
                </p:oleObj>
              </mc:Choice>
              <mc:Fallback>
                <p:oleObj name="Equation" r:id="rId15" imgW="279279" imgH="380835" progId="Equation.3">
                  <p:embed/>
                  <p:pic>
                    <p:nvPicPr>
                      <p:cNvPr id="24586" name="Object 23">
                        <a:extLst>
                          <a:ext uri="{FF2B5EF4-FFF2-40B4-BE49-F238E27FC236}">
                            <a16:creationId xmlns:a16="http://schemas.microsoft.com/office/drawing/2014/main" id="{DE8E79DC-3EBE-6641-AB84-71880B122B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1" name="Line 24">
            <a:extLst>
              <a:ext uri="{FF2B5EF4-FFF2-40B4-BE49-F238E27FC236}">
                <a16:creationId xmlns:a16="http://schemas.microsoft.com/office/drawing/2014/main" id="{4B014CB4-D662-7219-0381-3AF383F0B0B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2" name="Line 25">
            <a:extLst>
              <a:ext uri="{FF2B5EF4-FFF2-40B4-BE49-F238E27FC236}">
                <a16:creationId xmlns:a16="http://schemas.microsoft.com/office/drawing/2014/main" id="{A2AEA14A-4025-97C7-EBAE-030F62839A48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9200" y="5334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587" name="Object 26">
            <a:extLst>
              <a:ext uri="{FF2B5EF4-FFF2-40B4-BE49-F238E27FC236}">
                <a16:creationId xmlns:a16="http://schemas.microsoft.com/office/drawing/2014/main" id="{C93D8F6A-C338-2F76-2140-41F1D33870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79279" imgH="380835" progId="Equation.3">
                  <p:embed/>
                </p:oleObj>
              </mc:Choice>
              <mc:Fallback>
                <p:oleObj name="Equation" r:id="rId15" imgW="279279" imgH="380835" progId="Equation.3">
                  <p:embed/>
                  <p:pic>
                    <p:nvPicPr>
                      <p:cNvPr id="24587" name="Object 26">
                        <a:extLst>
                          <a:ext uri="{FF2B5EF4-FFF2-40B4-BE49-F238E27FC236}">
                            <a16:creationId xmlns:a16="http://schemas.microsoft.com/office/drawing/2014/main" id="{C93D8F6A-C338-2F76-2140-41F1D33870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3" name="Text Box 27">
            <a:extLst>
              <a:ext uri="{FF2B5EF4-FFF2-40B4-BE49-F238E27FC236}">
                <a16:creationId xmlns:a16="http://schemas.microsoft.com/office/drawing/2014/main" id="{FF5D65D7-BF83-024D-2C6F-D551E91099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1" y="5486400"/>
            <a:ext cx="13890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reject</a:t>
            </a:r>
          </a:p>
        </p:txBody>
      </p:sp>
      <p:sp>
        <p:nvSpPr>
          <p:cNvPr id="24604" name="Text Box 28">
            <a:extLst>
              <a:ext uri="{FF2B5EF4-FFF2-40B4-BE49-F238E27FC236}">
                <a16:creationId xmlns:a16="http://schemas.microsoft.com/office/drawing/2014/main" id="{B5028762-F786-DA43-AFC1-E7F27B21F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0"/>
            <a:ext cx="3048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Input finished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44" name="Rectangle 2">
            <a:extLst>
              <a:ext uri="{FF2B5EF4-FFF2-40B4-BE49-F238E27FC236}">
                <a16:creationId xmlns:a16="http://schemas.microsoft.com/office/drawing/2014/main" id="{4BD4DD74-D614-164B-598D-A1F6866324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26645" name="Rectangle 3">
            <a:extLst>
              <a:ext uri="{FF2B5EF4-FFF2-40B4-BE49-F238E27FC236}">
                <a16:creationId xmlns:a16="http://schemas.microsoft.com/office/drawing/2014/main" id="{DAA8CAFF-8BBA-E13C-F67F-16AB7F5B92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dirty="0"/>
              <a:t> </a:t>
            </a:r>
          </a:p>
        </p:txBody>
      </p:sp>
      <p:sp>
        <p:nvSpPr>
          <p:cNvPr id="26646" name="Oval 4">
            <a:extLst>
              <a:ext uri="{FF2B5EF4-FFF2-40B4-BE49-F238E27FC236}">
                <a16:creationId xmlns:a16="http://schemas.microsoft.com/office/drawing/2014/main" id="{AA5AB0FC-AD76-50D1-93A5-D3BB3966A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787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6647" name="Oval 5">
            <a:extLst>
              <a:ext uri="{FF2B5EF4-FFF2-40B4-BE49-F238E27FC236}">
                <a16:creationId xmlns:a16="http://schemas.microsoft.com/office/drawing/2014/main" id="{DAEF0719-7F65-7D83-37AA-1A638659B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787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6648" name="Oval 6">
            <a:extLst>
              <a:ext uri="{FF2B5EF4-FFF2-40B4-BE49-F238E27FC236}">
                <a16:creationId xmlns:a16="http://schemas.microsoft.com/office/drawing/2014/main" id="{3C1D38F3-2E8D-313F-F9D2-94B23F52B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787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6649" name="Oval 7">
            <a:extLst>
              <a:ext uri="{FF2B5EF4-FFF2-40B4-BE49-F238E27FC236}">
                <a16:creationId xmlns:a16="http://schemas.microsoft.com/office/drawing/2014/main" id="{B98F5778-90F9-DAC4-484F-96F46EDDF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4787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6650" name="Oval 8">
            <a:extLst>
              <a:ext uri="{FF2B5EF4-FFF2-40B4-BE49-F238E27FC236}">
                <a16:creationId xmlns:a16="http://schemas.microsoft.com/office/drawing/2014/main" id="{FA6D7DAB-E7D5-B086-A61E-B4B3019F3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46355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6651" name="Line 9">
            <a:extLst>
              <a:ext uri="{FF2B5EF4-FFF2-40B4-BE49-F238E27FC236}">
                <a16:creationId xmlns:a16="http://schemas.microsoft.com/office/drawing/2014/main" id="{E8E03D9E-948A-D2BD-6CC4-0D9F99BE6EB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51181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52" name="Line 10">
            <a:extLst>
              <a:ext uri="{FF2B5EF4-FFF2-40B4-BE49-F238E27FC236}">
                <a16:creationId xmlns:a16="http://schemas.microsoft.com/office/drawing/2014/main" id="{364B5EDC-A8A8-3331-0BEE-4A781958E3C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50927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53" name="Line 11">
            <a:extLst>
              <a:ext uri="{FF2B5EF4-FFF2-40B4-BE49-F238E27FC236}">
                <a16:creationId xmlns:a16="http://schemas.microsoft.com/office/drawing/2014/main" id="{6649D949-7E23-423F-6643-4F748F4B6EF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50927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54" name="Line 12">
            <a:extLst>
              <a:ext uri="{FF2B5EF4-FFF2-40B4-BE49-F238E27FC236}">
                <a16:creationId xmlns:a16="http://schemas.microsoft.com/office/drawing/2014/main" id="{8A55DC97-DCFC-0EFF-6FC2-7D6FD033537A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50927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6626" name="Object 13">
            <a:extLst>
              <a:ext uri="{FF2B5EF4-FFF2-40B4-BE49-F238E27FC236}">
                <a16:creationId xmlns:a16="http://schemas.microsoft.com/office/drawing/2014/main" id="{1BCCD4DE-92D0-6A76-C60D-5C955EB162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47879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26626" name="Object 13">
                        <a:extLst>
                          <a:ext uri="{FF2B5EF4-FFF2-40B4-BE49-F238E27FC236}">
                            <a16:creationId xmlns:a16="http://schemas.microsoft.com/office/drawing/2014/main" id="{1BCCD4DE-92D0-6A76-C60D-5C955EB162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7879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55" name="Oval 14">
            <a:extLst>
              <a:ext uri="{FF2B5EF4-FFF2-40B4-BE49-F238E27FC236}">
                <a16:creationId xmlns:a16="http://schemas.microsoft.com/office/drawing/2014/main" id="{B1774CF0-B5EB-2C3C-D5D9-B714BAB7D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787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6627" name="Object 15">
            <a:extLst>
              <a:ext uri="{FF2B5EF4-FFF2-40B4-BE49-F238E27FC236}">
                <a16:creationId xmlns:a16="http://schemas.microsoft.com/office/drawing/2014/main" id="{AE5DE968-C7F1-82E6-EF8E-070095908F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62501" y="47879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26627" name="Object 15">
                        <a:extLst>
                          <a:ext uri="{FF2B5EF4-FFF2-40B4-BE49-F238E27FC236}">
                            <a16:creationId xmlns:a16="http://schemas.microsoft.com/office/drawing/2014/main" id="{AE5DE968-C7F1-82E6-EF8E-070095908F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2501" y="47879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8" name="Object 16">
            <a:extLst>
              <a:ext uri="{FF2B5EF4-FFF2-40B4-BE49-F238E27FC236}">
                <a16:creationId xmlns:a16="http://schemas.microsoft.com/office/drawing/2014/main" id="{417AB259-61DB-0FB1-A135-330F29FC1C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32501" y="47879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26628" name="Object 16">
                        <a:extLst>
                          <a:ext uri="{FF2B5EF4-FFF2-40B4-BE49-F238E27FC236}">
                            <a16:creationId xmlns:a16="http://schemas.microsoft.com/office/drawing/2014/main" id="{417AB259-61DB-0FB1-A135-330F29FC1C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1" y="47879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17">
            <a:extLst>
              <a:ext uri="{FF2B5EF4-FFF2-40B4-BE49-F238E27FC236}">
                <a16:creationId xmlns:a16="http://schemas.microsoft.com/office/drawing/2014/main" id="{86466B6F-47F2-1419-5468-04C50EA390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27901" y="47879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26629" name="Object 17">
                        <a:extLst>
                          <a:ext uri="{FF2B5EF4-FFF2-40B4-BE49-F238E27FC236}">
                            <a16:creationId xmlns:a16="http://schemas.microsoft.com/office/drawing/2014/main" id="{86466B6F-47F2-1419-5468-04C50EA390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7901" y="47879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18">
            <a:extLst>
              <a:ext uri="{FF2B5EF4-FFF2-40B4-BE49-F238E27FC236}">
                <a16:creationId xmlns:a16="http://schemas.microsoft.com/office/drawing/2014/main" id="{BBC1779E-E528-322A-87F5-B3EDBC38FF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86800" y="47879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100" imgH="469900" progId="Equation.3">
                  <p:embed/>
                </p:oleObj>
              </mc:Choice>
              <mc:Fallback>
                <p:oleObj name="Equation" r:id="rId10" imgW="419100" imgH="469900" progId="Equation.3">
                  <p:embed/>
                  <p:pic>
                    <p:nvPicPr>
                      <p:cNvPr id="26630" name="Object 18">
                        <a:extLst>
                          <a:ext uri="{FF2B5EF4-FFF2-40B4-BE49-F238E27FC236}">
                            <a16:creationId xmlns:a16="http://schemas.microsoft.com/office/drawing/2014/main" id="{BBC1779E-E528-322A-87F5-B3EDBC38FF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6800" y="47879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56" name="Line 19">
            <a:extLst>
              <a:ext uri="{FF2B5EF4-FFF2-40B4-BE49-F238E27FC236}">
                <a16:creationId xmlns:a16="http://schemas.microsoft.com/office/drawing/2014/main" id="{8168D560-BC1B-3518-16B2-68C3A424ABC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50927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6631" name="Object 20">
            <a:extLst>
              <a:ext uri="{FF2B5EF4-FFF2-40B4-BE49-F238E27FC236}">
                <a16:creationId xmlns:a16="http://schemas.microsoft.com/office/drawing/2014/main" id="{972F8480-DCE2-BBCF-0EF5-92298F4D28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1" y="47879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26631" name="Object 20">
                        <a:extLst>
                          <a:ext uri="{FF2B5EF4-FFF2-40B4-BE49-F238E27FC236}">
                            <a16:creationId xmlns:a16="http://schemas.microsoft.com/office/drawing/2014/main" id="{972F8480-DCE2-BBCF-0EF5-92298F4D28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1" y="47879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2" name="Object 21">
            <a:extLst>
              <a:ext uri="{FF2B5EF4-FFF2-40B4-BE49-F238E27FC236}">
                <a16:creationId xmlns:a16="http://schemas.microsoft.com/office/drawing/2014/main" id="{8A02A1D7-9239-B267-D03D-2B915BB48C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10200" y="47117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26632" name="Object 21">
                        <a:extLst>
                          <a:ext uri="{FF2B5EF4-FFF2-40B4-BE49-F238E27FC236}">
                            <a16:creationId xmlns:a16="http://schemas.microsoft.com/office/drawing/2014/main" id="{8A02A1D7-9239-B267-D03D-2B915BB48C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7117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3" name="Object 22">
            <a:extLst>
              <a:ext uri="{FF2B5EF4-FFF2-40B4-BE49-F238E27FC236}">
                <a16:creationId xmlns:a16="http://schemas.microsoft.com/office/drawing/2014/main" id="{C0F0259B-B080-2E52-582F-905762533E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05600" y="47117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26633" name="Object 22">
                        <a:extLst>
                          <a:ext uri="{FF2B5EF4-FFF2-40B4-BE49-F238E27FC236}">
                            <a16:creationId xmlns:a16="http://schemas.microsoft.com/office/drawing/2014/main" id="{C0F0259B-B080-2E52-582F-905762533E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47117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4" name="Object 23">
            <a:extLst>
              <a:ext uri="{FF2B5EF4-FFF2-40B4-BE49-F238E27FC236}">
                <a16:creationId xmlns:a16="http://schemas.microsoft.com/office/drawing/2014/main" id="{C7A67343-F9C4-93AD-A778-FB15ADFA06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01001" y="47879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26634" name="Object 23">
                        <a:extLst>
                          <a:ext uri="{FF2B5EF4-FFF2-40B4-BE49-F238E27FC236}">
                            <a16:creationId xmlns:a16="http://schemas.microsoft.com/office/drawing/2014/main" id="{C7A67343-F9C4-93AD-A778-FB15ADFA06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1" y="47879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57" name="Oval 24">
            <a:extLst>
              <a:ext uri="{FF2B5EF4-FFF2-40B4-BE49-F238E27FC236}">
                <a16:creationId xmlns:a16="http://schemas.microsoft.com/office/drawing/2014/main" id="{0B7919A9-E37C-4C3A-186B-F804B582B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3700" y="3505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6635" name="Object 25">
            <a:extLst>
              <a:ext uri="{FF2B5EF4-FFF2-40B4-BE49-F238E27FC236}">
                <a16:creationId xmlns:a16="http://schemas.microsoft.com/office/drawing/2014/main" id="{729BBC52-9349-88CC-4EF7-18C966345A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89901" y="35052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06224" imgH="469696" progId="Equation.3">
                  <p:embed/>
                </p:oleObj>
              </mc:Choice>
              <mc:Fallback>
                <p:oleObj name="Equation" r:id="rId18" imgW="406224" imgH="469696" progId="Equation.3">
                  <p:embed/>
                  <p:pic>
                    <p:nvPicPr>
                      <p:cNvPr id="26635" name="Object 25">
                        <a:extLst>
                          <a:ext uri="{FF2B5EF4-FFF2-40B4-BE49-F238E27FC236}">
                            <a16:creationId xmlns:a16="http://schemas.microsoft.com/office/drawing/2014/main" id="{729BBC52-9349-88CC-4EF7-18C966345A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9901" y="35052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6" name="Object 26">
            <a:extLst>
              <a:ext uri="{FF2B5EF4-FFF2-40B4-BE49-F238E27FC236}">
                <a16:creationId xmlns:a16="http://schemas.microsoft.com/office/drawing/2014/main" id="{C19B3AE4-96C4-5F39-325F-6E827E52D6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1" y="43307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6584" imgH="279279" progId="Equation.3">
                  <p:embed/>
                </p:oleObj>
              </mc:Choice>
              <mc:Fallback>
                <p:oleObj name="Equation" r:id="rId20" imgW="266584" imgH="279279" progId="Equation.3">
                  <p:embed/>
                  <p:pic>
                    <p:nvPicPr>
                      <p:cNvPr id="26636" name="Object 26">
                        <a:extLst>
                          <a:ext uri="{FF2B5EF4-FFF2-40B4-BE49-F238E27FC236}">
                            <a16:creationId xmlns:a16="http://schemas.microsoft.com/office/drawing/2014/main" id="{C19B3AE4-96C4-5F39-325F-6E827E52D6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1" y="43307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7" name="Object 27">
            <a:extLst>
              <a:ext uri="{FF2B5EF4-FFF2-40B4-BE49-F238E27FC236}">
                <a16:creationId xmlns:a16="http://schemas.microsoft.com/office/drawing/2014/main" id="{C1FA990B-F46D-927E-4419-B76419044D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2201" y="44069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26637" name="Object 27">
                        <a:extLst>
                          <a:ext uri="{FF2B5EF4-FFF2-40B4-BE49-F238E27FC236}">
                            <a16:creationId xmlns:a16="http://schemas.microsoft.com/office/drawing/2014/main" id="{C1FA990B-F46D-927E-4419-B76419044D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1" y="44069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8" name="Object 28">
            <a:extLst>
              <a:ext uri="{FF2B5EF4-FFF2-40B4-BE49-F238E27FC236}">
                <a16:creationId xmlns:a16="http://schemas.microsoft.com/office/drawing/2014/main" id="{9A657472-4E76-2BF4-A627-77F02FB59E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7600" y="43307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279" imgH="380835" progId="Equation.3">
                  <p:embed/>
                </p:oleObj>
              </mc:Choice>
              <mc:Fallback>
                <p:oleObj name="Equation" r:id="rId22" imgW="279279" imgH="380835" progId="Equation.3">
                  <p:embed/>
                  <p:pic>
                    <p:nvPicPr>
                      <p:cNvPr id="26638" name="Object 28">
                        <a:extLst>
                          <a:ext uri="{FF2B5EF4-FFF2-40B4-BE49-F238E27FC236}">
                            <a16:creationId xmlns:a16="http://schemas.microsoft.com/office/drawing/2014/main" id="{9A657472-4E76-2BF4-A627-77F02FB59E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43307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9" name="Object 29">
            <a:extLst>
              <a:ext uri="{FF2B5EF4-FFF2-40B4-BE49-F238E27FC236}">
                <a16:creationId xmlns:a16="http://schemas.microsoft.com/office/drawing/2014/main" id="{A2316C79-FDE7-EBA5-6BAE-4D549AB352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1400" y="42545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279" imgH="380835" progId="Equation.3">
                  <p:embed/>
                </p:oleObj>
              </mc:Choice>
              <mc:Fallback>
                <p:oleObj name="Equation" r:id="rId22" imgW="279279" imgH="380835" progId="Equation.3">
                  <p:embed/>
                  <p:pic>
                    <p:nvPicPr>
                      <p:cNvPr id="26639" name="Object 29">
                        <a:extLst>
                          <a:ext uri="{FF2B5EF4-FFF2-40B4-BE49-F238E27FC236}">
                            <a16:creationId xmlns:a16="http://schemas.microsoft.com/office/drawing/2014/main" id="{A2316C79-FDE7-EBA5-6BAE-4D549AB352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42545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58" name="Freeform 30">
            <a:extLst>
              <a:ext uri="{FF2B5EF4-FFF2-40B4-BE49-F238E27FC236}">
                <a16:creationId xmlns:a16="http://schemas.microsoft.com/office/drawing/2014/main" id="{D6AAE73B-ADB5-5A0B-C215-79A665A46703}"/>
              </a:ext>
            </a:extLst>
          </p:cNvPr>
          <p:cNvSpPr>
            <a:spLocks/>
          </p:cNvSpPr>
          <p:nvPr/>
        </p:nvSpPr>
        <p:spPr bwMode="auto">
          <a:xfrm>
            <a:off x="7848600" y="2730500"/>
            <a:ext cx="660400" cy="850900"/>
          </a:xfrm>
          <a:custGeom>
            <a:avLst/>
            <a:gdLst>
              <a:gd name="T0" fmla="*/ 383063737 w 416"/>
              <a:gd name="T1" fmla="*/ 1350803532 h 536"/>
              <a:gd name="T2" fmla="*/ 20161250 w 416"/>
              <a:gd name="T3" fmla="*/ 504031219 h 536"/>
              <a:gd name="T4" fmla="*/ 504031301 w 416"/>
              <a:gd name="T5" fmla="*/ 20161247 h 536"/>
              <a:gd name="T6" fmla="*/ 987901357 w 416"/>
              <a:gd name="T7" fmla="*/ 383063675 h 536"/>
              <a:gd name="T8" fmla="*/ 866933892 w 416"/>
              <a:gd name="T9" fmla="*/ 1229836087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6640" name="Object 31">
            <a:extLst>
              <a:ext uri="{FF2B5EF4-FFF2-40B4-BE49-F238E27FC236}">
                <a16:creationId xmlns:a16="http://schemas.microsoft.com/office/drawing/2014/main" id="{3F794F80-0E49-2E07-F29C-855FDC71FD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61301" y="22860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672808" imgH="444307" progId="Equation.3">
                  <p:embed/>
                </p:oleObj>
              </mc:Choice>
              <mc:Fallback>
                <p:oleObj name="Equation" r:id="rId23" imgW="672808" imgH="444307" progId="Equation.3">
                  <p:embed/>
                  <p:pic>
                    <p:nvPicPr>
                      <p:cNvPr id="26640" name="Object 31">
                        <a:extLst>
                          <a:ext uri="{FF2B5EF4-FFF2-40B4-BE49-F238E27FC236}">
                            <a16:creationId xmlns:a16="http://schemas.microsoft.com/office/drawing/2014/main" id="{3F794F80-0E49-2E07-F29C-855FDC71FD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1301" y="22860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59" name="Line 32">
            <a:extLst>
              <a:ext uri="{FF2B5EF4-FFF2-40B4-BE49-F238E27FC236}">
                <a16:creationId xmlns:a16="http://schemas.microsoft.com/office/drawing/2014/main" id="{4611FB59-E4D4-7A86-955D-106BB0643F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0" y="40259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60" name="Freeform 33">
            <a:extLst>
              <a:ext uri="{FF2B5EF4-FFF2-40B4-BE49-F238E27FC236}">
                <a16:creationId xmlns:a16="http://schemas.microsoft.com/office/drawing/2014/main" id="{5203149A-60A5-06B8-304E-CC116D932459}"/>
              </a:ext>
            </a:extLst>
          </p:cNvPr>
          <p:cNvSpPr>
            <a:spLocks/>
          </p:cNvSpPr>
          <p:nvPr/>
        </p:nvSpPr>
        <p:spPr bwMode="auto">
          <a:xfrm>
            <a:off x="6324600" y="3873500"/>
            <a:ext cx="1752600" cy="990600"/>
          </a:xfrm>
          <a:custGeom>
            <a:avLst/>
            <a:gdLst>
              <a:gd name="T0" fmla="*/ 0 w 1104"/>
              <a:gd name="T1" fmla="*/ 1572577282 h 624"/>
              <a:gd name="T2" fmla="*/ 1088707415 w 1104"/>
              <a:gd name="T3" fmla="*/ 483870009 h 624"/>
              <a:gd name="T4" fmla="*/ 2147483647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6661" name="Freeform 34">
            <a:extLst>
              <a:ext uri="{FF2B5EF4-FFF2-40B4-BE49-F238E27FC236}">
                <a16:creationId xmlns:a16="http://schemas.microsoft.com/office/drawing/2014/main" id="{30EA6192-7347-0C67-DCFB-008304A1788D}"/>
              </a:ext>
            </a:extLst>
          </p:cNvPr>
          <p:cNvSpPr>
            <a:spLocks/>
          </p:cNvSpPr>
          <p:nvPr/>
        </p:nvSpPr>
        <p:spPr bwMode="auto">
          <a:xfrm>
            <a:off x="5029200" y="3683000"/>
            <a:ext cx="2971800" cy="1181100"/>
          </a:xfrm>
          <a:custGeom>
            <a:avLst/>
            <a:gdLst>
              <a:gd name="T0" fmla="*/ 0 w 1872"/>
              <a:gd name="T1" fmla="*/ 1874996428 h 744"/>
              <a:gd name="T2" fmla="*/ 1814512820 w 1872"/>
              <a:gd name="T3" fmla="*/ 302418750 h 744"/>
              <a:gd name="T4" fmla="*/ 2147483647 w 1872"/>
              <a:gd name="T5" fmla="*/ 60483755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6662" name="Freeform 35">
            <a:extLst>
              <a:ext uri="{FF2B5EF4-FFF2-40B4-BE49-F238E27FC236}">
                <a16:creationId xmlns:a16="http://schemas.microsoft.com/office/drawing/2014/main" id="{7D7C5D18-610D-F68C-81B0-9C421E6670B5}"/>
              </a:ext>
            </a:extLst>
          </p:cNvPr>
          <p:cNvSpPr>
            <a:spLocks/>
          </p:cNvSpPr>
          <p:nvPr/>
        </p:nvSpPr>
        <p:spPr bwMode="auto">
          <a:xfrm>
            <a:off x="3733800" y="3060700"/>
            <a:ext cx="4343400" cy="1803400"/>
          </a:xfrm>
          <a:custGeom>
            <a:avLst/>
            <a:gdLst>
              <a:gd name="T0" fmla="*/ 0 w 2736"/>
              <a:gd name="T1" fmla="*/ 2147483647 h 1136"/>
              <a:gd name="T2" fmla="*/ 1814512646 w 2736"/>
              <a:gd name="T3" fmla="*/ 322579961 h 1136"/>
              <a:gd name="T4" fmla="*/ 2147483647 w 2736"/>
              <a:gd name="T5" fmla="*/ 927417498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pSp>
        <p:nvGrpSpPr>
          <p:cNvPr id="26663" name="Group 36">
            <a:extLst>
              <a:ext uri="{FF2B5EF4-FFF2-40B4-BE49-F238E27FC236}">
                <a16:creationId xmlns:a16="http://schemas.microsoft.com/office/drawing/2014/main" id="{4D30A1D6-9609-BE10-0F8B-13ED399E4127}"/>
              </a:ext>
            </a:extLst>
          </p:cNvPr>
          <p:cNvGrpSpPr>
            <a:grpSpLocks/>
          </p:cNvGrpSpPr>
          <p:nvPr/>
        </p:nvGrpSpPr>
        <p:grpSpPr bwMode="auto">
          <a:xfrm>
            <a:off x="8458201" y="4051300"/>
            <a:ext cx="900113" cy="609600"/>
            <a:chOff x="4224" y="1824"/>
            <a:chExt cx="567" cy="384"/>
          </a:xfrm>
        </p:grpSpPr>
        <p:graphicFrame>
          <p:nvGraphicFramePr>
            <p:cNvPr id="26643" name="Object 37">
              <a:extLst>
                <a:ext uri="{FF2B5EF4-FFF2-40B4-BE49-F238E27FC236}">
                  <a16:creationId xmlns:a16="http://schemas.microsoft.com/office/drawing/2014/main" id="{28EF66B1-1600-C8FF-ED3F-CEBDCD5C8ED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672808" imgH="444307" progId="Equation.3">
                    <p:embed/>
                  </p:oleObj>
                </mc:Choice>
                <mc:Fallback>
                  <p:oleObj name="Equation" r:id="rId25" imgW="672808" imgH="444307" progId="Equation.3">
                    <p:embed/>
                    <p:pic>
                      <p:nvPicPr>
                        <p:cNvPr id="26643" name="Object 37">
                          <a:extLst>
                            <a:ext uri="{FF2B5EF4-FFF2-40B4-BE49-F238E27FC236}">
                              <a16:creationId xmlns:a16="http://schemas.microsoft.com/office/drawing/2014/main" id="{28EF66B1-1600-C8FF-ED3F-CEBDCD5C8ED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66" name="Line 38">
              <a:extLst>
                <a:ext uri="{FF2B5EF4-FFF2-40B4-BE49-F238E27FC236}">
                  <a16:creationId xmlns:a16="http://schemas.microsoft.com/office/drawing/2014/main" id="{8A09CFD2-3815-1F83-0B3A-8EA31AACA1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26641" name="Object 39">
            <a:extLst>
              <a:ext uri="{FF2B5EF4-FFF2-40B4-BE49-F238E27FC236}">
                <a16:creationId xmlns:a16="http://schemas.microsoft.com/office/drawing/2014/main" id="{0149BFC1-7B93-1235-B11E-57DB949F53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0900" y="1092200"/>
          <a:ext cx="30480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3048000" imgH="558800" progId="Equation.3">
                  <p:embed/>
                </p:oleObj>
              </mc:Choice>
              <mc:Fallback>
                <p:oleObj name="Equation" r:id="rId26" imgW="3048000" imgH="558800" progId="Equation.3">
                  <p:embed/>
                  <p:pic>
                    <p:nvPicPr>
                      <p:cNvPr id="26641" name="Object 39">
                        <a:extLst>
                          <a:ext uri="{FF2B5EF4-FFF2-40B4-BE49-F238E27FC236}">
                            <a16:creationId xmlns:a16="http://schemas.microsoft.com/office/drawing/2014/main" id="{0149BFC1-7B93-1235-B11E-57DB949F53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0900" y="1092200"/>
                        <a:ext cx="30480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64" name="Rectangle 40">
            <a:extLst>
              <a:ext uri="{FF2B5EF4-FFF2-40B4-BE49-F238E27FC236}">
                <a16:creationId xmlns:a16="http://schemas.microsoft.com/office/drawing/2014/main" id="{B9E35F3D-9092-9D4B-CADC-F44629181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1828800"/>
            <a:ext cx="7391400" cy="434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6642" name="Object 41">
            <a:extLst>
              <a:ext uri="{FF2B5EF4-FFF2-40B4-BE49-F238E27FC236}">
                <a16:creationId xmlns:a16="http://schemas.microsoft.com/office/drawing/2014/main" id="{F910C8A7-569D-12CC-38CE-7E604EDB79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20200" y="1219200"/>
          <a:ext cx="546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545863" imgH="393529" progId="Equation.3">
                  <p:embed/>
                </p:oleObj>
              </mc:Choice>
              <mc:Fallback>
                <p:oleObj name="Equation" r:id="rId28" imgW="545863" imgH="393529" progId="Equation.3">
                  <p:embed/>
                  <p:pic>
                    <p:nvPicPr>
                      <p:cNvPr id="26642" name="Object 41">
                        <a:extLst>
                          <a:ext uri="{FF2B5EF4-FFF2-40B4-BE49-F238E27FC236}">
                            <a16:creationId xmlns:a16="http://schemas.microsoft.com/office/drawing/2014/main" id="{F910C8A7-569D-12CC-38CE-7E604EDB79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0200" y="1219200"/>
                        <a:ext cx="546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65" name="Text Box 42">
            <a:extLst>
              <a:ext uri="{FF2B5EF4-FFF2-40B4-BE49-F238E27FC236}">
                <a16:creationId xmlns:a16="http://schemas.microsoft.com/office/drawing/2014/main" id="{7AA3BC83-B31A-08E4-3CB7-84C5B0C49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5486400"/>
            <a:ext cx="14430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accept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68" name="Rectangle 2">
            <a:extLst>
              <a:ext uri="{FF2B5EF4-FFF2-40B4-BE49-F238E27FC236}">
                <a16:creationId xmlns:a16="http://schemas.microsoft.com/office/drawing/2014/main" id="{401203F3-2835-B1AD-0A71-3E51A4A4E9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</a:t>
            </a:r>
          </a:p>
        </p:txBody>
      </p:sp>
      <p:sp>
        <p:nvSpPr>
          <p:cNvPr id="27669" name="Oval 3">
            <a:extLst>
              <a:ext uri="{FF2B5EF4-FFF2-40B4-BE49-F238E27FC236}">
                <a16:creationId xmlns:a16="http://schemas.microsoft.com/office/drawing/2014/main" id="{E6F302D3-FA6B-6E1D-8D23-DC7B8705D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787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7670" name="Oval 4">
            <a:extLst>
              <a:ext uri="{FF2B5EF4-FFF2-40B4-BE49-F238E27FC236}">
                <a16:creationId xmlns:a16="http://schemas.microsoft.com/office/drawing/2014/main" id="{E7983C53-CE64-C6D6-3214-8A796EA31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787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7671" name="Oval 5">
            <a:extLst>
              <a:ext uri="{FF2B5EF4-FFF2-40B4-BE49-F238E27FC236}">
                <a16:creationId xmlns:a16="http://schemas.microsoft.com/office/drawing/2014/main" id="{01A81009-76D7-C12A-F5E7-CD11087B5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787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7672" name="Oval 6">
            <a:extLst>
              <a:ext uri="{FF2B5EF4-FFF2-40B4-BE49-F238E27FC236}">
                <a16:creationId xmlns:a16="http://schemas.microsoft.com/office/drawing/2014/main" id="{C7F4C198-AF30-ED81-EE99-A0414FCBB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4787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7673" name="Oval 7">
            <a:extLst>
              <a:ext uri="{FF2B5EF4-FFF2-40B4-BE49-F238E27FC236}">
                <a16:creationId xmlns:a16="http://schemas.microsoft.com/office/drawing/2014/main" id="{ABBB6DCE-DD5A-3764-71FE-4A1E7090B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46355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7674" name="Line 8">
            <a:extLst>
              <a:ext uri="{FF2B5EF4-FFF2-40B4-BE49-F238E27FC236}">
                <a16:creationId xmlns:a16="http://schemas.microsoft.com/office/drawing/2014/main" id="{1A9AF657-919F-8533-FE33-4251232E90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43200" y="5105400"/>
            <a:ext cx="457200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75" name="Line 9">
            <a:extLst>
              <a:ext uri="{FF2B5EF4-FFF2-40B4-BE49-F238E27FC236}">
                <a16:creationId xmlns:a16="http://schemas.microsoft.com/office/drawing/2014/main" id="{29AD5BCA-71D9-D3B1-F4C7-357620EFC9D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5092700"/>
            <a:ext cx="609600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76" name="Line 10">
            <a:extLst>
              <a:ext uri="{FF2B5EF4-FFF2-40B4-BE49-F238E27FC236}">
                <a16:creationId xmlns:a16="http://schemas.microsoft.com/office/drawing/2014/main" id="{CB5A3DB7-2B6F-8419-939E-01AF592E24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29400" y="5092700"/>
            <a:ext cx="609600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77" name="Line 11">
            <a:extLst>
              <a:ext uri="{FF2B5EF4-FFF2-40B4-BE49-F238E27FC236}">
                <a16:creationId xmlns:a16="http://schemas.microsoft.com/office/drawing/2014/main" id="{B66A0BA5-7192-5DCC-4826-99B5180411FA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50927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7650" name="Object 12">
            <a:extLst>
              <a:ext uri="{FF2B5EF4-FFF2-40B4-BE49-F238E27FC236}">
                <a16:creationId xmlns:a16="http://schemas.microsoft.com/office/drawing/2014/main" id="{173A0A00-BB68-4EA7-F59C-47BB2DD535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47879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27650" name="Object 12">
                        <a:extLst>
                          <a:ext uri="{FF2B5EF4-FFF2-40B4-BE49-F238E27FC236}">
                            <a16:creationId xmlns:a16="http://schemas.microsoft.com/office/drawing/2014/main" id="{173A0A00-BB68-4EA7-F59C-47BB2DD535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7879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8" name="Oval 13">
            <a:extLst>
              <a:ext uri="{FF2B5EF4-FFF2-40B4-BE49-F238E27FC236}">
                <a16:creationId xmlns:a16="http://schemas.microsoft.com/office/drawing/2014/main" id="{C26A8C76-1B0D-04CF-F42A-65FBAAF00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787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7651" name="Object 14">
            <a:extLst>
              <a:ext uri="{FF2B5EF4-FFF2-40B4-BE49-F238E27FC236}">
                <a16:creationId xmlns:a16="http://schemas.microsoft.com/office/drawing/2014/main" id="{0C7EF5F6-1609-DB21-2299-956B1EA668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62501" y="47879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27651" name="Object 14">
                        <a:extLst>
                          <a:ext uri="{FF2B5EF4-FFF2-40B4-BE49-F238E27FC236}">
                            <a16:creationId xmlns:a16="http://schemas.microsoft.com/office/drawing/2014/main" id="{0C7EF5F6-1609-DB21-2299-956B1EA668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2501" y="47879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" name="Object 15">
            <a:extLst>
              <a:ext uri="{FF2B5EF4-FFF2-40B4-BE49-F238E27FC236}">
                <a16:creationId xmlns:a16="http://schemas.microsoft.com/office/drawing/2014/main" id="{4B7E9262-678F-4802-0D3A-BD4CA649EB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32501" y="47879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27652" name="Object 15">
                        <a:extLst>
                          <a:ext uri="{FF2B5EF4-FFF2-40B4-BE49-F238E27FC236}">
                            <a16:creationId xmlns:a16="http://schemas.microsoft.com/office/drawing/2014/main" id="{4B7E9262-678F-4802-0D3A-BD4CA649EB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1" y="47879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16">
            <a:extLst>
              <a:ext uri="{FF2B5EF4-FFF2-40B4-BE49-F238E27FC236}">
                <a16:creationId xmlns:a16="http://schemas.microsoft.com/office/drawing/2014/main" id="{559B4951-80AD-AF50-14E4-E4B584E490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27901" y="47879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27653" name="Object 16">
                        <a:extLst>
                          <a:ext uri="{FF2B5EF4-FFF2-40B4-BE49-F238E27FC236}">
                            <a16:creationId xmlns:a16="http://schemas.microsoft.com/office/drawing/2014/main" id="{559B4951-80AD-AF50-14E4-E4B584E490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7901" y="47879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4" name="Object 17">
            <a:extLst>
              <a:ext uri="{FF2B5EF4-FFF2-40B4-BE49-F238E27FC236}">
                <a16:creationId xmlns:a16="http://schemas.microsoft.com/office/drawing/2014/main" id="{C3019F93-4039-5058-4AD2-0A5B2F6054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86800" y="47879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100" imgH="469900" progId="Equation.3">
                  <p:embed/>
                </p:oleObj>
              </mc:Choice>
              <mc:Fallback>
                <p:oleObj name="Equation" r:id="rId10" imgW="419100" imgH="469900" progId="Equation.3">
                  <p:embed/>
                  <p:pic>
                    <p:nvPicPr>
                      <p:cNvPr id="27654" name="Object 17">
                        <a:extLst>
                          <a:ext uri="{FF2B5EF4-FFF2-40B4-BE49-F238E27FC236}">
                            <a16:creationId xmlns:a16="http://schemas.microsoft.com/office/drawing/2014/main" id="{C3019F93-4039-5058-4AD2-0A5B2F6054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6800" y="47879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9" name="Line 18">
            <a:extLst>
              <a:ext uri="{FF2B5EF4-FFF2-40B4-BE49-F238E27FC236}">
                <a16:creationId xmlns:a16="http://schemas.microsoft.com/office/drawing/2014/main" id="{66D2870D-0A98-C7C3-5F3A-C6D5660A80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8600" y="5105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7655" name="Object 19">
            <a:extLst>
              <a:ext uri="{FF2B5EF4-FFF2-40B4-BE49-F238E27FC236}">
                <a16:creationId xmlns:a16="http://schemas.microsoft.com/office/drawing/2014/main" id="{0CB5901C-7D6D-7346-B85A-383DC64AEA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1" y="47879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27655" name="Object 19">
                        <a:extLst>
                          <a:ext uri="{FF2B5EF4-FFF2-40B4-BE49-F238E27FC236}">
                            <a16:creationId xmlns:a16="http://schemas.microsoft.com/office/drawing/2014/main" id="{0CB5901C-7D6D-7346-B85A-383DC64AEA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1" y="47879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Object 20">
            <a:extLst>
              <a:ext uri="{FF2B5EF4-FFF2-40B4-BE49-F238E27FC236}">
                <a16:creationId xmlns:a16="http://schemas.microsoft.com/office/drawing/2014/main" id="{381F24B0-6F1D-653F-F932-3CCCF2CE70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10200" y="47117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27656" name="Object 20">
                        <a:extLst>
                          <a:ext uri="{FF2B5EF4-FFF2-40B4-BE49-F238E27FC236}">
                            <a16:creationId xmlns:a16="http://schemas.microsoft.com/office/drawing/2014/main" id="{381F24B0-6F1D-653F-F932-3CCCF2CE70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7117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7" name="Object 21">
            <a:extLst>
              <a:ext uri="{FF2B5EF4-FFF2-40B4-BE49-F238E27FC236}">
                <a16:creationId xmlns:a16="http://schemas.microsoft.com/office/drawing/2014/main" id="{7BEA1896-29AC-A95B-CB94-8D3788D074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05600" y="47117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27657" name="Object 21">
                        <a:extLst>
                          <a:ext uri="{FF2B5EF4-FFF2-40B4-BE49-F238E27FC236}">
                            <a16:creationId xmlns:a16="http://schemas.microsoft.com/office/drawing/2014/main" id="{7BEA1896-29AC-A95B-CB94-8D3788D074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47117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8" name="Object 22">
            <a:extLst>
              <a:ext uri="{FF2B5EF4-FFF2-40B4-BE49-F238E27FC236}">
                <a16:creationId xmlns:a16="http://schemas.microsoft.com/office/drawing/2014/main" id="{D58BC4EC-397B-2033-6B62-033872424D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01001" y="47879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27658" name="Object 22">
                        <a:extLst>
                          <a:ext uri="{FF2B5EF4-FFF2-40B4-BE49-F238E27FC236}">
                            <a16:creationId xmlns:a16="http://schemas.microsoft.com/office/drawing/2014/main" id="{D58BC4EC-397B-2033-6B62-033872424D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1" y="47879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80" name="Oval 23">
            <a:extLst>
              <a:ext uri="{FF2B5EF4-FFF2-40B4-BE49-F238E27FC236}">
                <a16:creationId xmlns:a16="http://schemas.microsoft.com/office/drawing/2014/main" id="{6F3D06C3-F7E1-964F-BEA2-8F6813845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3700" y="3505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7659" name="Object 24">
            <a:extLst>
              <a:ext uri="{FF2B5EF4-FFF2-40B4-BE49-F238E27FC236}">
                <a16:creationId xmlns:a16="http://schemas.microsoft.com/office/drawing/2014/main" id="{84967B65-51FB-D7C3-150C-0B6D813099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89901" y="35052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06224" imgH="469696" progId="Equation.3">
                  <p:embed/>
                </p:oleObj>
              </mc:Choice>
              <mc:Fallback>
                <p:oleObj name="Equation" r:id="rId17" imgW="406224" imgH="469696" progId="Equation.3">
                  <p:embed/>
                  <p:pic>
                    <p:nvPicPr>
                      <p:cNvPr id="27659" name="Object 24">
                        <a:extLst>
                          <a:ext uri="{FF2B5EF4-FFF2-40B4-BE49-F238E27FC236}">
                            <a16:creationId xmlns:a16="http://schemas.microsoft.com/office/drawing/2014/main" id="{84967B65-51FB-D7C3-150C-0B6D813099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9901" y="35052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0" name="Object 25">
            <a:extLst>
              <a:ext uri="{FF2B5EF4-FFF2-40B4-BE49-F238E27FC236}">
                <a16:creationId xmlns:a16="http://schemas.microsoft.com/office/drawing/2014/main" id="{1E96D62E-5C52-2E18-3E09-B02B176B54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1" y="43307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27660" name="Object 25">
                        <a:extLst>
                          <a:ext uri="{FF2B5EF4-FFF2-40B4-BE49-F238E27FC236}">
                            <a16:creationId xmlns:a16="http://schemas.microsoft.com/office/drawing/2014/main" id="{1E96D62E-5C52-2E18-3E09-B02B176B54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1" y="43307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1" name="Object 26">
            <a:extLst>
              <a:ext uri="{FF2B5EF4-FFF2-40B4-BE49-F238E27FC236}">
                <a16:creationId xmlns:a16="http://schemas.microsoft.com/office/drawing/2014/main" id="{52A6CF4F-D3E4-446D-B054-51212C2E72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0801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27661" name="Object 26">
                        <a:extLst>
                          <a:ext uri="{FF2B5EF4-FFF2-40B4-BE49-F238E27FC236}">
                            <a16:creationId xmlns:a16="http://schemas.microsoft.com/office/drawing/2014/main" id="{52A6CF4F-D3E4-446D-B054-51212C2E72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1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2" name="Object 27">
            <a:extLst>
              <a:ext uri="{FF2B5EF4-FFF2-40B4-BE49-F238E27FC236}">
                <a16:creationId xmlns:a16="http://schemas.microsoft.com/office/drawing/2014/main" id="{C614F362-3DB9-01B8-51CB-FD6E0D0BFA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7600" y="43307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79279" imgH="380835" progId="Equation.3">
                  <p:embed/>
                </p:oleObj>
              </mc:Choice>
              <mc:Fallback>
                <p:oleObj name="Equation" r:id="rId20" imgW="279279" imgH="380835" progId="Equation.3">
                  <p:embed/>
                  <p:pic>
                    <p:nvPicPr>
                      <p:cNvPr id="27662" name="Object 27">
                        <a:extLst>
                          <a:ext uri="{FF2B5EF4-FFF2-40B4-BE49-F238E27FC236}">
                            <a16:creationId xmlns:a16="http://schemas.microsoft.com/office/drawing/2014/main" id="{C614F362-3DB9-01B8-51CB-FD6E0D0BFA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43307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3" name="Object 28">
            <a:extLst>
              <a:ext uri="{FF2B5EF4-FFF2-40B4-BE49-F238E27FC236}">
                <a16:creationId xmlns:a16="http://schemas.microsoft.com/office/drawing/2014/main" id="{9714E082-C17E-81CD-A446-F9417C0CA2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41910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79279" imgH="380835" progId="Equation.3">
                  <p:embed/>
                </p:oleObj>
              </mc:Choice>
              <mc:Fallback>
                <p:oleObj name="Equation" r:id="rId20" imgW="279279" imgH="380835" progId="Equation.3">
                  <p:embed/>
                  <p:pic>
                    <p:nvPicPr>
                      <p:cNvPr id="27663" name="Object 28">
                        <a:extLst>
                          <a:ext uri="{FF2B5EF4-FFF2-40B4-BE49-F238E27FC236}">
                            <a16:creationId xmlns:a16="http://schemas.microsoft.com/office/drawing/2014/main" id="{9714E082-C17E-81CD-A446-F9417C0CA2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1910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81" name="Freeform 29">
            <a:extLst>
              <a:ext uri="{FF2B5EF4-FFF2-40B4-BE49-F238E27FC236}">
                <a16:creationId xmlns:a16="http://schemas.microsoft.com/office/drawing/2014/main" id="{AEC9696C-94F5-40AB-ABD7-E776933A061A}"/>
              </a:ext>
            </a:extLst>
          </p:cNvPr>
          <p:cNvSpPr>
            <a:spLocks/>
          </p:cNvSpPr>
          <p:nvPr/>
        </p:nvSpPr>
        <p:spPr bwMode="auto">
          <a:xfrm>
            <a:off x="7848600" y="2730500"/>
            <a:ext cx="660400" cy="850900"/>
          </a:xfrm>
          <a:custGeom>
            <a:avLst/>
            <a:gdLst>
              <a:gd name="T0" fmla="*/ 383063737 w 416"/>
              <a:gd name="T1" fmla="*/ 1350803532 h 536"/>
              <a:gd name="T2" fmla="*/ 20161250 w 416"/>
              <a:gd name="T3" fmla="*/ 504031219 h 536"/>
              <a:gd name="T4" fmla="*/ 504031301 w 416"/>
              <a:gd name="T5" fmla="*/ 20161247 h 536"/>
              <a:gd name="T6" fmla="*/ 987901357 w 416"/>
              <a:gd name="T7" fmla="*/ 383063675 h 536"/>
              <a:gd name="T8" fmla="*/ 866933892 w 416"/>
              <a:gd name="T9" fmla="*/ 1229836087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7664" name="Object 30">
            <a:extLst>
              <a:ext uri="{FF2B5EF4-FFF2-40B4-BE49-F238E27FC236}">
                <a16:creationId xmlns:a16="http://schemas.microsoft.com/office/drawing/2014/main" id="{9A51E76A-1196-6FBA-76D6-BAC82B4A28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61301" y="22860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672808" imgH="444307" progId="Equation.3">
                  <p:embed/>
                </p:oleObj>
              </mc:Choice>
              <mc:Fallback>
                <p:oleObj name="Equation" r:id="rId21" imgW="672808" imgH="444307" progId="Equation.3">
                  <p:embed/>
                  <p:pic>
                    <p:nvPicPr>
                      <p:cNvPr id="27664" name="Object 30">
                        <a:extLst>
                          <a:ext uri="{FF2B5EF4-FFF2-40B4-BE49-F238E27FC236}">
                            <a16:creationId xmlns:a16="http://schemas.microsoft.com/office/drawing/2014/main" id="{9A51E76A-1196-6FBA-76D6-BAC82B4A28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1301" y="22860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82" name="Line 31">
            <a:extLst>
              <a:ext uri="{FF2B5EF4-FFF2-40B4-BE49-F238E27FC236}">
                <a16:creationId xmlns:a16="http://schemas.microsoft.com/office/drawing/2014/main" id="{A1DB7471-7545-0BC5-95CC-B0DF7D8918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0" y="40259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83" name="Freeform 32">
            <a:extLst>
              <a:ext uri="{FF2B5EF4-FFF2-40B4-BE49-F238E27FC236}">
                <a16:creationId xmlns:a16="http://schemas.microsoft.com/office/drawing/2014/main" id="{10998172-66D5-8626-78C1-B068E6F0223D}"/>
              </a:ext>
            </a:extLst>
          </p:cNvPr>
          <p:cNvSpPr>
            <a:spLocks/>
          </p:cNvSpPr>
          <p:nvPr/>
        </p:nvSpPr>
        <p:spPr bwMode="auto">
          <a:xfrm>
            <a:off x="6400800" y="3873500"/>
            <a:ext cx="1676400" cy="850900"/>
          </a:xfrm>
          <a:custGeom>
            <a:avLst/>
            <a:gdLst>
              <a:gd name="T0" fmla="*/ 0 w 1104"/>
              <a:gd name="T1" fmla="*/ 1160305672 h 624"/>
              <a:gd name="T2" fmla="*/ 996095864 w 1104"/>
              <a:gd name="T3" fmla="*/ 357016586 h 624"/>
              <a:gd name="T4" fmla="*/ 2147483647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7684" name="Freeform 33">
            <a:extLst>
              <a:ext uri="{FF2B5EF4-FFF2-40B4-BE49-F238E27FC236}">
                <a16:creationId xmlns:a16="http://schemas.microsoft.com/office/drawing/2014/main" id="{EA6DD11A-6ECD-8855-4684-B78A1EE519CE}"/>
              </a:ext>
            </a:extLst>
          </p:cNvPr>
          <p:cNvSpPr>
            <a:spLocks/>
          </p:cNvSpPr>
          <p:nvPr/>
        </p:nvSpPr>
        <p:spPr bwMode="auto">
          <a:xfrm>
            <a:off x="5029200" y="3683000"/>
            <a:ext cx="2971800" cy="1181100"/>
          </a:xfrm>
          <a:custGeom>
            <a:avLst/>
            <a:gdLst>
              <a:gd name="T0" fmla="*/ 0 w 1872"/>
              <a:gd name="T1" fmla="*/ 1874996428 h 744"/>
              <a:gd name="T2" fmla="*/ 1814512820 w 1872"/>
              <a:gd name="T3" fmla="*/ 302418750 h 744"/>
              <a:gd name="T4" fmla="*/ 2147483647 w 1872"/>
              <a:gd name="T5" fmla="*/ 60483755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7685" name="Freeform 34">
            <a:extLst>
              <a:ext uri="{FF2B5EF4-FFF2-40B4-BE49-F238E27FC236}">
                <a16:creationId xmlns:a16="http://schemas.microsoft.com/office/drawing/2014/main" id="{20E34402-1DE0-DE4E-4CC7-904086A76E34}"/>
              </a:ext>
            </a:extLst>
          </p:cNvPr>
          <p:cNvSpPr>
            <a:spLocks/>
          </p:cNvSpPr>
          <p:nvPr/>
        </p:nvSpPr>
        <p:spPr bwMode="auto">
          <a:xfrm>
            <a:off x="3810000" y="3124200"/>
            <a:ext cx="4267200" cy="1587500"/>
          </a:xfrm>
          <a:custGeom>
            <a:avLst/>
            <a:gdLst>
              <a:gd name="T0" fmla="*/ 0 w 2736"/>
              <a:gd name="T1" fmla="*/ 2147483647 h 1136"/>
              <a:gd name="T2" fmla="*/ 1751403458 w 2736"/>
              <a:gd name="T3" fmla="*/ 249965550 h 1136"/>
              <a:gd name="T4" fmla="*/ 2147483647 w 2736"/>
              <a:gd name="T5" fmla="*/ 718652452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pSp>
        <p:nvGrpSpPr>
          <p:cNvPr id="27686" name="Group 35">
            <a:extLst>
              <a:ext uri="{FF2B5EF4-FFF2-40B4-BE49-F238E27FC236}">
                <a16:creationId xmlns:a16="http://schemas.microsoft.com/office/drawing/2014/main" id="{3F3D7EEF-DC3D-2CA5-C937-8AF32881897C}"/>
              </a:ext>
            </a:extLst>
          </p:cNvPr>
          <p:cNvGrpSpPr>
            <a:grpSpLocks/>
          </p:cNvGrpSpPr>
          <p:nvPr/>
        </p:nvGrpSpPr>
        <p:grpSpPr bwMode="auto">
          <a:xfrm>
            <a:off x="8458201" y="4051300"/>
            <a:ext cx="900113" cy="609600"/>
            <a:chOff x="4224" y="1824"/>
            <a:chExt cx="567" cy="384"/>
          </a:xfrm>
        </p:grpSpPr>
        <p:graphicFrame>
          <p:nvGraphicFramePr>
            <p:cNvPr id="27667" name="Object 36">
              <a:extLst>
                <a:ext uri="{FF2B5EF4-FFF2-40B4-BE49-F238E27FC236}">
                  <a16:creationId xmlns:a16="http://schemas.microsoft.com/office/drawing/2014/main" id="{1EA5F081-99DC-3193-0106-4329DEB69C9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672808" imgH="444307" progId="Equation.3">
                    <p:embed/>
                  </p:oleObj>
                </mc:Choice>
                <mc:Fallback>
                  <p:oleObj name="Equation" r:id="rId23" imgW="672808" imgH="444307" progId="Equation.3">
                    <p:embed/>
                    <p:pic>
                      <p:nvPicPr>
                        <p:cNvPr id="27667" name="Object 36">
                          <a:extLst>
                            <a:ext uri="{FF2B5EF4-FFF2-40B4-BE49-F238E27FC236}">
                              <a16:creationId xmlns:a16="http://schemas.microsoft.com/office/drawing/2014/main" id="{1EA5F081-99DC-3193-0106-4329DEB69C9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94" name="Line 37">
              <a:extLst>
                <a:ext uri="{FF2B5EF4-FFF2-40B4-BE49-F238E27FC236}">
                  <a16:creationId xmlns:a16="http://schemas.microsoft.com/office/drawing/2014/main" id="{3060914F-02C9-9CEC-4E06-87B10422F9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27665" name="Object 38">
            <a:extLst>
              <a:ext uri="{FF2B5EF4-FFF2-40B4-BE49-F238E27FC236}">
                <a16:creationId xmlns:a16="http://schemas.microsoft.com/office/drawing/2014/main" id="{CBB39BDB-7670-1382-D3A4-5DD4961361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2450" y="1092200"/>
          <a:ext cx="42037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4203700" imgH="558800" progId="Equation.3">
                  <p:embed/>
                </p:oleObj>
              </mc:Choice>
              <mc:Fallback>
                <p:oleObj name="Equation" r:id="rId24" imgW="4203700" imgH="558800" progId="Equation.3">
                  <p:embed/>
                  <p:pic>
                    <p:nvPicPr>
                      <p:cNvPr id="27665" name="Object 38">
                        <a:extLst>
                          <a:ext uri="{FF2B5EF4-FFF2-40B4-BE49-F238E27FC236}">
                            <a16:creationId xmlns:a16="http://schemas.microsoft.com/office/drawing/2014/main" id="{CBB39BDB-7670-1382-D3A4-5DD4961361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2450" y="1092200"/>
                        <a:ext cx="42037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87" name="Rectangle 39">
            <a:extLst>
              <a:ext uri="{FF2B5EF4-FFF2-40B4-BE49-F238E27FC236}">
                <a16:creationId xmlns:a16="http://schemas.microsoft.com/office/drawing/2014/main" id="{2B027F78-6B53-35EC-972E-0EF378A87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1828800"/>
            <a:ext cx="7391400" cy="434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7666" name="Object 40">
            <a:extLst>
              <a:ext uri="{FF2B5EF4-FFF2-40B4-BE49-F238E27FC236}">
                <a16:creationId xmlns:a16="http://schemas.microsoft.com/office/drawing/2014/main" id="{87817133-5D05-E391-B8D3-4F1E1F9AD2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96400" y="1219200"/>
          <a:ext cx="546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545863" imgH="393529" progId="Equation.3">
                  <p:embed/>
                </p:oleObj>
              </mc:Choice>
              <mc:Fallback>
                <p:oleObj name="Equation" r:id="rId26" imgW="545863" imgH="393529" progId="Equation.3">
                  <p:embed/>
                  <p:pic>
                    <p:nvPicPr>
                      <p:cNvPr id="27666" name="Object 40">
                        <a:extLst>
                          <a:ext uri="{FF2B5EF4-FFF2-40B4-BE49-F238E27FC236}">
                            <a16:creationId xmlns:a16="http://schemas.microsoft.com/office/drawing/2014/main" id="{87817133-5D05-E391-B8D3-4F1E1F9AD2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96400" y="1219200"/>
                        <a:ext cx="546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88" name="Text Box 41">
            <a:extLst>
              <a:ext uri="{FF2B5EF4-FFF2-40B4-BE49-F238E27FC236}">
                <a16:creationId xmlns:a16="http://schemas.microsoft.com/office/drawing/2014/main" id="{4941509B-2746-5B64-F661-EB72B283C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5486400"/>
            <a:ext cx="14430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accept</a:t>
            </a:r>
          </a:p>
        </p:txBody>
      </p:sp>
      <p:sp>
        <p:nvSpPr>
          <p:cNvPr id="27689" name="Oval 42">
            <a:extLst>
              <a:ext uri="{FF2B5EF4-FFF2-40B4-BE49-F238E27FC236}">
                <a16:creationId xmlns:a16="http://schemas.microsoft.com/office/drawing/2014/main" id="{D07EFB65-785E-6D28-25FF-56EC2DE42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6482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7690" name="Oval 43">
            <a:extLst>
              <a:ext uri="{FF2B5EF4-FFF2-40B4-BE49-F238E27FC236}">
                <a16:creationId xmlns:a16="http://schemas.microsoft.com/office/drawing/2014/main" id="{DA6451B9-D2B2-6EE8-C6E1-8BE2A2B4C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46482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7691" name="Text Box 44">
            <a:extLst>
              <a:ext uri="{FF2B5EF4-FFF2-40B4-BE49-F238E27FC236}">
                <a16:creationId xmlns:a16="http://schemas.microsoft.com/office/drawing/2014/main" id="{00087F06-2E24-DABD-2DE5-8054D66DE9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5486400"/>
            <a:ext cx="14430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accept</a:t>
            </a:r>
          </a:p>
        </p:txBody>
      </p:sp>
      <p:sp>
        <p:nvSpPr>
          <p:cNvPr id="27692" name="Text Box 45">
            <a:extLst>
              <a:ext uri="{FF2B5EF4-FFF2-40B4-BE49-F238E27FC236}">
                <a16:creationId xmlns:a16="http://schemas.microsoft.com/office/drawing/2014/main" id="{5687CEFC-BB7C-E8D6-062C-E33DA045D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5486400"/>
            <a:ext cx="14430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accept</a:t>
            </a:r>
          </a:p>
        </p:txBody>
      </p:sp>
      <p:sp>
        <p:nvSpPr>
          <p:cNvPr id="27693" name="Rectangle 46">
            <a:extLst>
              <a:ext uri="{FF2B5EF4-FFF2-40B4-BE49-F238E27FC236}">
                <a16:creationId xmlns:a16="http://schemas.microsoft.com/office/drawing/2014/main" id="{745B4516-2513-080F-CF54-DA9C70F0F7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82" name="Rectangle 2">
            <a:extLst>
              <a:ext uri="{FF2B5EF4-FFF2-40B4-BE49-F238E27FC236}">
                <a16:creationId xmlns:a16="http://schemas.microsoft.com/office/drawing/2014/main" id="{21A3A261-ED65-6CAA-C7CD-7A6E542123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</a:t>
            </a:r>
          </a:p>
        </p:txBody>
      </p:sp>
      <p:sp>
        <p:nvSpPr>
          <p:cNvPr id="28683" name="Rectangle 3">
            <a:extLst>
              <a:ext uri="{FF2B5EF4-FFF2-40B4-BE49-F238E27FC236}">
                <a16:creationId xmlns:a16="http://schemas.microsoft.com/office/drawing/2014/main" id="{78E4D0D8-251C-8ABF-9735-039099CE97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0" y="838200"/>
            <a:ext cx="8839200" cy="54864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/>
              <a:t> </a:t>
            </a:r>
          </a:p>
        </p:txBody>
      </p:sp>
      <p:sp>
        <p:nvSpPr>
          <p:cNvPr id="28684" name="Oval 4">
            <a:extLst>
              <a:ext uri="{FF2B5EF4-FFF2-40B4-BE49-F238E27FC236}">
                <a16:creationId xmlns:a16="http://schemas.microsoft.com/office/drawing/2014/main" id="{680F258E-FC9B-1A4F-DBA1-23971BD60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8685" name="Oval 5">
            <a:extLst>
              <a:ext uri="{FF2B5EF4-FFF2-40B4-BE49-F238E27FC236}">
                <a16:creationId xmlns:a16="http://schemas.microsoft.com/office/drawing/2014/main" id="{F38DBD7E-56D2-8778-9187-2273C205B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8686" name="Oval 6">
            <a:extLst>
              <a:ext uri="{FF2B5EF4-FFF2-40B4-BE49-F238E27FC236}">
                <a16:creationId xmlns:a16="http://schemas.microsoft.com/office/drawing/2014/main" id="{76550183-9A22-726D-01C3-79603D838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8687" name="Line 7">
            <a:extLst>
              <a:ext uri="{FF2B5EF4-FFF2-40B4-BE49-F238E27FC236}">
                <a16:creationId xmlns:a16="http://schemas.microsoft.com/office/drawing/2014/main" id="{35CF2E0D-381E-3FCA-48EA-878C8B928CB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8" name="Oval 8">
            <a:extLst>
              <a:ext uri="{FF2B5EF4-FFF2-40B4-BE49-F238E27FC236}">
                <a16:creationId xmlns:a16="http://schemas.microsoft.com/office/drawing/2014/main" id="{7D872025-F612-4159-393F-C793E9DA1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1910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8689" name="Line 9">
            <a:extLst>
              <a:ext uri="{FF2B5EF4-FFF2-40B4-BE49-F238E27FC236}">
                <a16:creationId xmlns:a16="http://schemas.microsoft.com/office/drawing/2014/main" id="{8BE18EA4-7999-0680-94D7-3C685929416B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90" name="Line 10">
            <a:extLst>
              <a:ext uri="{FF2B5EF4-FFF2-40B4-BE49-F238E27FC236}">
                <a16:creationId xmlns:a16="http://schemas.microsoft.com/office/drawing/2014/main" id="{44EF16DF-A19F-ADD1-274C-B8E89F37150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91" name="Freeform 11">
            <a:extLst>
              <a:ext uri="{FF2B5EF4-FFF2-40B4-BE49-F238E27FC236}">
                <a16:creationId xmlns:a16="http://schemas.microsoft.com/office/drawing/2014/main" id="{33338608-E02E-8FAE-6C15-2ED42CE405AD}"/>
              </a:ext>
            </a:extLst>
          </p:cNvPr>
          <p:cNvSpPr>
            <a:spLocks/>
          </p:cNvSpPr>
          <p:nvPr/>
        </p:nvSpPr>
        <p:spPr bwMode="auto">
          <a:xfrm>
            <a:off x="2641600" y="34163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8692" name="Freeform 12">
            <a:extLst>
              <a:ext uri="{FF2B5EF4-FFF2-40B4-BE49-F238E27FC236}">
                <a16:creationId xmlns:a16="http://schemas.microsoft.com/office/drawing/2014/main" id="{CF1A41F4-B510-1447-D88C-D36BDA52B0FD}"/>
              </a:ext>
            </a:extLst>
          </p:cNvPr>
          <p:cNvSpPr>
            <a:spLocks/>
          </p:cNvSpPr>
          <p:nvPr/>
        </p:nvSpPr>
        <p:spPr bwMode="auto">
          <a:xfrm>
            <a:off x="8763000" y="34290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8674" name="Object 13">
            <a:extLst>
              <a:ext uri="{FF2B5EF4-FFF2-40B4-BE49-F238E27FC236}">
                <a16:creationId xmlns:a16="http://schemas.microsoft.com/office/drawing/2014/main" id="{7927B696-AB50-67F8-6458-F2D1ED1EBB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28674" name="Object 13">
                        <a:extLst>
                          <a:ext uri="{FF2B5EF4-FFF2-40B4-BE49-F238E27FC236}">
                            <a16:creationId xmlns:a16="http://schemas.microsoft.com/office/drawing/2014/main" id="{7927B696-AB50-67F8-6458-F2D1ED1EBB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5" name="Object 14">
            <a:extLst>
              <a:ext uri="{FF2B5EF4-FFF2-40B4-BE49-F238E27FC236}">
                <a16:creationId xmlns:a16="http://schemas.microsoft.com/office/drawing/2014/main" id="{C23CF7C9-6961-B4F0-6C6C-D4B359149F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279" imgH="380835" progId="Equation.3">
                  <p:embed/>
                </p:oleObj>
              </mc:Choice>
              <mc:Fallback>
                <p:oleObj name="Equation" r:id="rId4" imgW="279279" imgH="380835" progId="Equation.3">
                  <p:embed/>
                  <p:pic>
                    <p:nvPicPr>
                      <p:cNvPr id="28675" name="Object 14">
                        <a:extLst>
                          <a:ext uri="{FF2B5EF4-FFF2-40B4-BE49-F238E27FC236}">
                            <a16:creationId xmlns:a16="http://schemas.microsoft.com/office/drawing/2014/main" id="{C23CF7C9-6961-B4F0-6C6C-D4B359149F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Object 15">
            <a:extLst>
              <a:ext uri="{FF2B5EF4-FFF2-40B4-BE49-F238E27FC236}">
                <a16:creationId xmlns:a16="http://schemas.microsoft.com/office/drawing/2014/main" id="{CC0DA20D-6D8F-D15F-EC1A-64B46A3AA0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1401" y="42672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08" imgH="444307" progId="Equation.3">
                  <p:embed/>
                </p:oleObj>
              </mc:Choice>
              <mc:Fallback>
                <p:oleObj name="Equation" r:id="rId6" imgW="672808" imgH="444307" progId="Equation.3">
                  <p:embed/>
                  <p:pic>
                    <p:nvPicPr>
                      <p:cNvPr id="28676" name="Object 15">
                        <a:extLst>
                          <a:ext uri="{FF2B5EF4-FFF2-40B4-BE49-F238E27FC236}">
                            <a16:creationId xmlns:a16="http://schemas.microsoft.com/office/drawing/2014/main" id="{CC0DA20D-6D8F-D15F-EC1A-64B46A3AA0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42672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16">
            <a:extLst>
              <a:ext uri="{FF2B5EF4-FFF2-40B4-BE49-F238E27FC236}">
                <a16:creationId xmlns:a16="http://schemas.microsoft.com/office/drawing/2014/main" id="{01E86BE5-7FC9-0FEB-74A3-ED0ECA0C68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39201" y="28956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08" imgH="444307" progId="Equation.3">
                  <p:embed/>
                </p:oleObj>
              </mc:Choice>
              <mc:Fallback>
                <p:oleObj name="Equation" r:id="rId6" imgW="672808" imgH="444307" progId="Equation.3">
                  <p:embed/>
                  <p:pic>
                    <p:nvPicPr>
                      <p:cNvPr id="28677" name="Object 16">
                        <a:extLst>
                          <a:ext uri="{FF2B5EF4-FFF2-40B4-BE49-F238E27FC236}">
                            <a16:creationId xmlns:a16="http://schemas.microsoft.com/office/drawing/2014/main" id="{01E86BE5-7FC9-0FEB-74A3-ED0ECA0C68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1" y="28956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Object 17">
            <a:extLst>
              <a:ext uri="{FF2B5EF4-FFF2-40B4-BE49-F238E27FC236}">
                <a16:creationId xmlns:a16="http://schemas.microsoft.com/office/drawing/2014/main" id="{0ECD4F41-131F-20BE-4FBB-587F8FA0BD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100" imgH="469900" progId="Equation.3">
                  <p:embed/>
                </p:oleObj>
              </mc:Choice>
              <mc:Fallback>
                <p:oleObj name="Equation" r:id="rId8" imgW="419100" imgH="469900" progId="Equation.3">
                  <p:embed/>
                  <p:pic>
                    <p:nvPicPr>
                      <p:cNvPr id="28678" name="Object 17">
                        <a:extLst>
                          <a:ext uri="{FF2B5EF4-FFF2-40B4-BE49-F238E27FC236}">
                            <a16:creationId xmlns:a16="http://schemas.microsoft.com/office/drawing/2014/main" id="{0ECD4F41-131F-20BE-4FBB-587F8FA0BD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9" name="Object 18">
            <a:extLst>
              <a:ext uri="{FF2B5EF4-FFF2-40B4-BE49-F238E27FC236}">
                <a16:creationId xmlns:a16="http://schemas.microsoft.com/office/drawing/2014/main" id="{D6CE27DE-3076-53BA-ACB2-05FCABEDD5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34101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2751" imgH="469696" progId="Equation.3">
                  <p:embed/>
                </p:oleObj>
              </mc:Choice>
              <mc:Fallback>
                <p:oleObj name="Equation" r:id="rId10" imgW="342751" imgH="469696" progId="Equation.3">
                  <p:embed/>
                  <p:pic>
                    <p:nvPicPr>
                      <p:cNvPr id="28679" name="Object 18">
                        <a:extLst>
                          <a:ext uri="{FF2B5EF4-FFF2-40B4-BE49-F238E27FC236}">
                            <a16:creationId xmlns:a16="http://schemas.microsoft.com/office/drawing/2014/main" id="{D6CE27DE-3076-53BA-ACB2-05FCABEDD5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1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0" name="Object 19">
            <a:extLst>
              <a:ext uri="{FF2B5EF4-FFF2-40B4-BE49-F238E27FC236}">
                <a16:creationId xmlns:a16="http://schemas.microsoft.com/office/drawing/2014/main" id="{F728E4C3-AD6C-5F2A-9A97-95A42B6338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4301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93529" imgH="469696" progId="Equation.3">
                  <p:embed/>
                </p:oleObj>
              </mc:Choice>
              <mc:Fallback>
                <p:oleObj name="Equation" r:id="rId12" imgW="393529" imgH="469696" progId="Equation.3">
                  <p:embed/>
                  <p:pic>
                    <p:nvPicPr>
                      <p:cNvPr id="28680" name="Object 19">
                        <a:extLst>
                          <a:ext uri="{FF2B5EF4-FFF2-40B4-BE49-F238E27FC236}">
                            <a16:creationId xmlns:a16="http://schemas.microsoft.com/office/drawing/2014/main" id="{F728E4C3-AD6C-5F2A-9A97-95A42B6338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4301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1" name="Object 20">
            <a:extLst>
              <a:ext uri="{FF2B5EF4-FFF2-40B4-BE49-F238E27FC236}">
                <a16:creationId xmlns:a16="http://schemas.microsoft.com/office/drawing/2014/main" id="{A55C711E-3F39-26BA-C5B4-4079860120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0" y="1519239"/>
          <a:ext cx="407670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076700" imgH="711200" progId="Equation.3">
                  <p:embed/>
                </p:oleObj>
              </mc:Choice>
              <mc:Fallback>
                <p:oleObj name="Equation" r:id="rId14" imgW="4076700" imgH="711200" progId="Equation.3">
                  <p:embed/>
                  <p:pic>
                    <p:nvPicPr>
                      <p:cNvPr id="28681" name="Object 20">
                        <a:extLst>
                          <a:ext uri="{FF2B5EF4-FFF2-40B4-BE49-F238E27FC236}">
                            <a16:creationId xmlns:a16="http://schemas.microsoft.com/office/drawing/2014/main" id="{A55C711E-3F39-26BA-C5B4-4079860120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1519239"/>
                        <a:ext cx="4076700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3" name="Text Box 21">
            <a:extLst>
              <a:ext uri="{FF2B5EF4-FFF2-40B4-BE49-F238E27FC236}">
                <a16:creationId xmlns:a16="http://schemas.microsoft.com/office/drawing/2014/main" id="{A3D01F37-1AD7-953C-1E4A-E2E0E2303B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5334000"/>
            <a:ext cx="14430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accept</a:t>
            </a:r>
          </a:p>
        </p:txBody>
      </p:sp>
      <p:sp>
        <p:nvSpPr>
          <p:cNvPr id="28694" name="Text Box 22">
            <a:extLst>
              <a:ext uri="{FF2B5EF4-FFF2-40B4-BE49-F238E27FC236}">
                <a16:creationId xmlns:a16="http://schemas.microsoft.com/office/drawing/2014/main" id="{BE2AA1A8-8B78-4A60-CA35-85DC32917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1" y="5257800"/>
            <a:ext cx="21320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trap state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16" name="Rectangle 2">
            <a:extLst>
              <a:ext uri="{FF2B5EF4-FFF2-40B4-BE49-F238E27FC236}">
                <a16:creationId xmlns:a16="http://schemas.microsoft.com/office/drawing/2014/main" id="{037123CD-1433-68C7-89A9-3C06B33F01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0" y="0"/>
            <a:ext cx="88392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/>
              <a:t>Transition Function </a:t>
            </a:r>
          </a:p>
        </p:txBody>
      </p:sp>
      <p:sp>
        <p:nvSpPr>
          <p:cNvPr id="29717" name="Rectangle 3">
            <a:extLst>
              <a:ext uri="{FF2B5EF4-FFF2-40B4-BE49-F238E27FC236}">
                <a16:creationId xmlns:a16="http://schemas.microsoft.com/office/drawing/2014/main" id="{0DA42655-F64A-0CC3-5354-317BE61154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 </a:t>
            </a:r>
          </a:p>
        </p:txBody>
      </p:sp>
      <p:graphicFrame>
        <p:nvGraphicFramePr>
          <p:cNvPr id="29698" name="Object 4">
            <a:extLst>
              <a:ext uri="{FF2B5EF4-FFF2-40B4-BE49-F238E27FC236}">
                <a16:creationId xmlns:a16="http://schemas.microsoft.com/office/drawing/2014/main" id="{DA624F38-F353-3384-A217-D57ECC6ED4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2200" y="152401"/>
          <a:ext cx="3302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0200" imgH="419100" progId="Equation.3">
                  <p:embed/>
                </p:oleObj>
              </mc:Choice>
              <mc:Fallback>
                <p:oleObj name="Equation" r:id="rId2" imgW="330200" imgH="419100" progId="Equation.3">
                  <p:embed/>
                  <p:pic>
                    <p:nvPicPr>
                      <p:cNvPr id="29698" name="Object 4">
                        <a:extLst>
                          <a:ext uri="{FF2B5EF4-FFF2-40B4-BE49-F238E27FC236}">
                            <a16:creationId xmlns:a16="http://schemas.microsoft.com/office/drawing/2014/main" id="{DA624F38-F353-3384-A217-D57ECC6ED4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152401"/>
                        <a:ext cx="33020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8" name="Oval 5">
            <a:extLst>
              <a:ext uri="{FF2B5EF4-FFF2-40B4-BE49-F238E27FC236}">
                <a16:creationId xmlns:a16="http://schemas.microsoft.com/office/drawing/2014/main" id="{86E6F68A-1C9F-B93C-EC96-78C55F2FC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9719" name="Oval 6">
            <a:extLst>
              <a:ext uri="{FF2B5EF4-FFF2-40B4-BE49-F238E27FC236}">
                <a16:creationId xmlns:a16="http://schemas.microsoft.com/office/drawing/2014/main" id="{51355DE7-C705-C35B-46DB-C1BE3B138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9720" name="Oval 7">
            <a:extLst>
              <a:ext uri="{FF2B5EF4-FFF2-40B4-BE49-F238E27FC236}">
                <a16:creationId xmlns:a16="http://schemas.microsoft.com/office/drawing/2014/main" id="{F222E4E1-3A6A-6321-7F80-BDF85A7E5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9721" name="Oval 8">
            <a:extLst>
              <a:ext uri="{FF2B5EF4-FFF2-40B4-BE49-F238E27FC236}">
                <a16:creationId xmlns:a16="http://schemas.microsoft.com/office/drawing/2014/main" id="{FEA756D7-552C-8A09-030A-56F1AB289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68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9722" name="Oval 9">
            <a:extLst>
              <a:ext uri="{FF2B5EF4-FFF2-40B4-BE49-F238E27FC236}">
                <a16:creationId xmlns:a16="http://schemas.microsoft.com/office/drawing/2014/main" id="{EABF6B48-3A67-2F50-B41F-DEEE289F9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51816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9723" name="Line 10">
            <a:extLst>
              <a:ext uri="{FF2B5EF4-FFF2-40B4-BE49-F238E27FC236}">
                <a16:creationId xmlns:a16="http://schemas.microsoft.com/office/drawing/2014/main" id="{D1FAB119-A82F-0331-FAAC-F0CE46E923C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664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4" name="Line 11">
            <a:extLst>
              <a:ext uri="{FF2B5EF4-FFF2-40B4-BE49-F238E27FC236}">
                <a16:creationId xmlns:a16="http://schemas.microsoft.com/office/drawing/2014/main" id="{DBC911E2-C128-DA80-B7AF-27EA17454EB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5" name="Line 12">
            <a:extLst>
              <a:ext uri="{FF2B5EF4-FFF2-40B4-BE49-F238E27FC236}">
                <a16:creationId xmlns:a16="http://schemas.microsoft.com/office/drawing/2014/main" id="{993214A5-7B44-DA41-FE9F-A78488EEB6BD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6" name="Line 13">
            <a:extLst>
              <a:ext uri="{FF2B5EF4-FFF2-40B4-BE49-F238E27FC236}">
                <a16:creationId xmlns:a16="http://schemas.microsoft.com/office/drawing/2014/main" id="{AF0A9D14-EC8B-C7CD-186A-1005564272DE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5638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9699" name="Object 14">
            <a:extLst>
              <a:ext uri="{FF2B5EF4-FFF2-40B4-BE49-F238E27FC236}">
                <a16:creationId xmlns:a16="http://schemas.microsoft.com/office/drawing/2014/main" id="{D425420B-3F1C-4D21-96F8-8A51E8EE20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53340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9100" imgH="469900" progId="Equation.3">
                  <p:embed/>
                </p:oleObj>
              </mc:Choice>
              <mc:Fallback>
                <p:oleObj name="Equation" r:id="rId4" imgW="419100" imgH="469900" progId="Equation.3">
                  <p:embed/>
                  <p:pic>
                    <p:nvPicPr>
                      <p:cNvPr id="29699" name="Object 14">
                        <a:extLst>
                          <a:ext uri="{FF2B5EF4-FFF2-40B4-BE49-F238E27FC236}">
                            <a16:creationId xmlns:a16="http://schemas.microsoft.com/office/drawing/2014/main" id="{D425420B-3F1C-4D21-96F8-8A51E8EE20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3340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7" name="Oval 15">
            <a:extLst>
              <a:ext uri="{FF2B5EF4-FFF2-40B4-BE49-F238E27FC236}">
                <a16:creationId xmlns:a16="http://schemas.microsoft.com/office/drawing/2014/main" id="{4FD717C3-BBCC-E39A-C207-D8A3DA677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9700" name="Object 16">
            <a:extLst>
              <a:ext uri="{FF2B5EF4-FFF2-40B4-BE49-F238E27FC236}">
                <a16:creationId xmlns:a16="http://schemas.microsoft.com/office/drawing/2014/main" id="{C3A17203-913D-E223-B930-C3FA448CBC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38701" y="53340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2751" imgH="469696" progId="Equation.3">
                  <p:embed/>
                </p:oleObj>
              </mc:Choice>
              <mc:Fallback>
                <p:oleObj name="Equation" r:id="rId6" imgW="342751" imgH="469696" progId="Equation.3">
                  <p:embed/>
                  <p:pic>
                    <p:nvPicPr>
                      <p:cNvPr id="29700" name="Object 16">
                        <a:extLst>
                          <a:ext uri="{FF2B5EF4-FFF2-40B4-BE49-F238E27FC236}">
                            <a16:creationId xmlns:a16="http://schemas.microsoft.com/office/drawing/2014/main" id="{C3A17203-913D-E223-B930-C3FA448CBC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1" y="53340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17">
            <a:extLst>
              <a:ext uri="{FF2B5EF4-FFF2-40B4-BE49-F238E27FC236}">
                <a16:creationId xmlns:a16="http://schemas.microsoft.com/office/drawing/2014/main" id="{CE2D575F-908B-8DC9-13A2-E79A08AB29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08701" y="53340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29701" name="Object 17">
                        <a:extLst>
                          <a:ext uri="{FF2B5EF4-FFF2-40B4-BE49-F238E27FC236}">
                            <a16:creationId xmlns:a16="http://schemas.microsoft.com/office/drawing/2014/main" id="{CE2D575F-908B-8DC9-13A2-E79A08AB29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8701" y="53340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18">
            <a:extLst>
              <a:ext uri="{FF2B5EF4-FFF2-40B4-BE49-F238E27FC236}">
                <a16:creationId xmlns:a16="http://schemas.microsoft.com/office/drawing/2014/main" id="{840778E2-6C56-5180-A058-F7437AAE53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04101" y="53340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93529" imgH="469696" progId="Equation.3">
                  <p:embed/>
                </p:oleObj>
              </mc:Choice>
              <mc:Fallback>
                <p:oleObj name="Equation" r:id="rId10" imgW="393529" imgH="469696" progId="Equation.3">
                  <p:embed/>
                  <p:pic>
                    <p:nvPicPr>
                      <p:cNvPr id="29702" name="Object 18">
                        <a:extLst>
                          <a:ext uri="{FF2B5EF4-FFF2-40B4-BE49-F238E27FC236}">
                            <a16:creationId xmlns:a16="http://schemas.microsoft.com/office/drawing/2014/main" id="{840778E2-6C56-5180-A058-F7437AAE53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4101" y="53340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3" name="Object 19">
            <a:extLst>
              <a:ext uri="{FF2B5EF4-FFF2-40B4-BE49-F238E27FC236}">
                <a16:creationId xmlns:a16="http://schemas.microsoft.com/office/drawing/2014/main" id="{D4342FC0-EDF6-17CA-11CB-19C993A2B3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63000" y="53340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19100" imgH="469900" progId="Equation.3">
                  <p:embed/>
                </p:oleObj>
              </mc:Choice>
              <mc:Fallback>
                <p:oleObj name="Equation" r:id="rId12" imgW="419100" imgH="469900" progId="Equation.3">
                  <p:embed/>
                  <p:pic>
                    <p:nvPicPr>
                      <p:cNvPr id="29703" name="Object 19">
                        <a:extLst>
                          <a:ext uri="{FF2B5EF4-FFF2-40B4-BE49-F238E27FC236}">
                            <a16:creationId xmlns:a16="http://schemas.microsoft.com/office/drawing/2014/main" id="{D4342FC0-EDF6-17CA-11CB-19C993A2B3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0" y="53340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8" name="Line 20">
            <a:extLst>
              <a:ext uri="{FF2B5EF4-FFF2-40B4-BE49-F238E27FC236}">
                <a16:creationId xmlns:a16="http://schemas.microsoft.com/office/drawing/2014/main" id="{48263E04-FA8E-49F8-54A8-C51B085F1C0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9704" name="Object 21">
            <a:extLst>
              <a:ext uri="{FF2B5EF4-FFF2-40B4-BE49-F238E27FC236}">
                <a16:creationId xmlns:a16="http://schemas.microsoft.com/office/drawing/2014/main" id="{0CC4F5EA-BCD8-ADD8-AF40-39129B47A2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533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29704" name="Object 21">
                        <a:extLst>
                          <a:ext uri="{FF2B5EF4-FFF2-40B4-BE49-F238E27FC236}">
                            <a16:creationId xmlns:a16="http://schemas.microsoft.com/office/drawing/2014/main" id="{0CC4F5EA-BCD8-ADD8-AF40-39129B47A2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533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5" name="Object 22">
            <a:extLst>
              <a:ext uri="{FF2B5EF4-FFF2-40B4-BE49-F238E27FC236}">
                <a16:creationId xmlns:a16="http://schemas.microsoft.com/office/drawing/2014/main" id="{8CFBB428-07AD-D543-7219-A9DB039962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0" y="525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29705" name="Object 22">
                        <a:extLst>
                          <a:ext uri="{FF2B5EF4-FFF2-40B4-BE49-F238E27FC236}">
                            <a16:creationId xmlns:a16="http://schemas.microsoft.com/office/drawing/2014/main" id="{8CFBB428-07AD-D543-7219-A9DB039962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525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6" name="Object 23">
            <a:extLst>
              <a:ext uri="{FF2B5EF4-FFF2-40B4-BE49-F238E27FC236}">
                <a16:creationId xmlns:a16="http://schemas.microsoft.com/office/drawing/2014/main" id="{41209154-5171-A16A-1094-3A017F0500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1800" y="525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29706" name="Object 23">
                        <a:extLst>
                          <a:ext uri="{FF2B5EF4-FFF2-40B4-BE49-F238E27FC236}">
                            <a16:creationId xmlns:a16="http://schemas.microsoft.com/office/drawing/2014/main" id="{41209154-5171-A16A-1094-3A017F0500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525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7" name="Object 24">
            <a:extLst>
              <a:ext uri="{FF2B5EF4-FFF2-40B4-BE49-F238E27FC236}">
                <a16:creationId xmlns:a16="http://schemas.microsoft.com/office/drawing/2014/main" id="{805B9B92-99C1-4E76-E173-3399296FAC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77201" y="533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29707" name="Object 24">
                        <a:extLst>
                          <a:ext uri="{FF2B5EF4-FFF2-40B4-BE49-F238E27FC236}">
                            <a16:creationId xmlns:a16="http://schemas.microsoft.com/office/drawing/2014/main" id="{805B9B92-99C1-4E76-E173-3399296FAC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1" y="533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9" name="Oval 26">
            <a:extLst>
              <a:ext uri="{FF2B5EF4-FFF2-40B4-BE49-F238E27FC236}">
                <a16:creationId xmlns:a16="http://schemas.microsoft.com/office/drawing/2014/main" id="{BE1CFBFE-5CB8-E710-3215-A0C78B94B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9900" y="40513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9708" name="Object 27">
            <a:extLst>
              <a:ext uri="{FF2B5EF4-FFF2-40B4-BE49-F238E27FC236}">
                <a16:creationId xmlns:a16="http://schemas.microsoft.com/office/drawing/2014/main" id="{69424212-EEB1-FF89-D5F3-C38BAF6A3C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66101" y="40513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06224" imgH="469696" progId="Equation.3">
                  <p:embed/>
                </p:oleObj>
              </mc:Choice>
              <mc:Fallback>
                <p:oleObj name="Equation" r:id="rId19" imgW="406224" imgH="469696" progId="Equation.3">
                  <p:embed/>
                  <p:pic>
                    <p:nvPicPr>
                      <p:cNvPr id="29708" name="Object 27">
                        <a:extLst>
                          <a:ext uri="{FF2B5EF4-FFF2-40B4-BE49-F238E27FC236}">
                            <a16:creationId xmlns:a16="http://schemas.microsoft.com/office/drawing/2014/main" id="{69424212-EEB1-FF89-D5F3-C38BAF6A3C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6101" y="40513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9" name="Object 28">
            <a:extLst>
              <a:ext uri="{FF2B5EF4-FFF2-40B4-BE49-F238E27FC236}">
                <a16:creationId xmlns:a16="http://schemas.microsoft.com/office/drawing/2014/main" id="{E31E9C00-9E4B-7EF3-DD0D-249CAF4C7E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29709" name="Object 28">
                        <a:extLst>
                          <a:ext uri="{FF2B5EF4-FFF2-40B4-BE49-F238E27FC236}">
                            <a16:creationId xmlns:a16="http://schemas.microsoft.com/office/drawing/2014/main" id="{E31E9C00-9E4B-7EF3-DD0D-249CAF4C7E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0" name="Object 29">
            <a:extLst>
              <a:ext uri="{FF2B5EF4-FFF2-40B4-BE49-F238E27FC236}">
                <a16:creationId xmlns:a16="http://schemas.microsoft.com/office/drawing/2014/main" id="{45E029D6-9474-FB6D-2FD9-66B8B33A47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8401" y="4953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29710" name="Object 29">
                        <a:extLst>
                          <a:ext uri="{FF2B5EF4-FFF2-40B4-BE49-F238E27FC236}">
                            <a16:creationId xmlns:a16="http://schemas.microsoft.com/office/drawing/2014/main" id="{45E029D6-9474-FB6D-2FD9-66B8B33A47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1" y="4953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1" name="Object 30">
            <a:extLst>
              <a:ext uri="{FF2B5EF4-FFF2-40B4-BE49-F238E27FC236}">
                <a16:creationId xmlns:a16="http://schemas.microsoft.com/office/drawing/2014/main" id="{B662045F-046A-6622-8C9B-0E615F6396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43800" y="4876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279" imgH="380835" progId="Equation.3">
                  <p:embed/>
                </p:oleObj>
              </mc:Choice>
              <mc:Fallback>
                <p:oleObj name="Equation" r:id="rId22" imgW="279279" imgH="380835" progId="Equation.3">
                  <p:embed/>
                  <p:pic>
                    <p:nvPicPr>
                      <p:cNvPr id="29711" name="Object 30">
                        <a:extLst>
                          <a:ext uri="{FF2B5EF4-FFF2-40B4-BE49-F238E27FC236}">
                            <a16:creationId xmlns:a16="http://schemas.microsoft.com/office/drawing/2014/main" id="{B662045F-046A-6622-8C9B-0E615F6396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4876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2" name="Object 31">
            <a:extLst>
              <a:ext uri="{FF2B5EF4-FFF2-40B4-BE49-F238E27FC236}">
                <a16:creationId xmlns:a16="http://schemas.microsoft.com/office/drawing/2014/main" id="{3A451713-554B-9079-448C-6464C9791E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279" imgH="380835" progId="Equation.3">
                  <p:embed/>
                </p:oleObj>
              </mc:Choice>
              <mc:Fallback>
                <p:oleObj name="Equation" r:id="rId22" imgW="279279" imgH="380835" progId="Equation.3">
                  <p:embed/>
                  <p:pic>
                    <p:nvPicPr>
                      <p:cNvPr id="29712" name="Object 31">
                        <a:extLst>
                          <a:ext uri="{FF2B5EF4-FFF2-40B4-BE49-F238E27FC236}">
                            <a16:creationId xmlns:a16="http://schemas.microsoft.com/office/drawing/2014/main" id="{3A451713-554B-9079-448C-6464C9791E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30" name="Freeform 32">
            <a:extLst>
              <a:ext uri="{FF2B5EF4-FFF2-40B4-BE49-F238E27FC236}">
                <a16:creationId xmlns:a16="http://schemas.microsoft.com/office/drawing/2014/main" id="{4B1A7759-FC66-786B-3106-B5DEC28D009B}"/>
              </a:ext>
            </a:extLst>
          </p:cNvPr>
          <p:cNvSpPr>
            <a:spLocks/>
          </p:cNvSpPr>
          <p:nvPr/>
        </p:nvSpPr>
        <p:spPr bwMode="auto">
          <a:xfrm>
            <a:off x="7924800" y="3276600"/>
            <a:ext cx="660400" cy="850900"/>
          </a:xfrm>
          <a:custGeom>
            <a:avLst/>
            <a:gdLst>
              <a:gd name="T0" fmla="*/ 383063737 w 416"/>
              <a:gd name="T1" fmla="*/ 1350803532 h 536"/>
              <a:gd name="T2" fmla="*/ 20161250 w 416"/>
              <a:gd name="T3" fmla="*/ 504031219 h 536"/>
              <a:gd name="T4" fmla="*/ 504031301 w 416"/>
              <a:gd name="T5" fmla="*/ 20161247 h 536"/>
              <a:gd name="T6" fmla="*/ 987901357 w 416"/>
              <a:gd name="T7" fmla="*/ 383063675 h 536"/>
              <a:gd name="T8" fmla="*/ 866933892 w 416"/>
              <a:gd name="T9" fmla="*/ 1229836087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9713" name="Object 33">
            <a:extLst>
              <a:ext uri="{FF2B5EF4-FFF2-40B4-BE49-F238E27FC236}">
                <a16:creationId xmlns:a16="http://schemas.microsoft.com/office/drawing/2014/main" id="{32B79E7B-3370-E1C6-4D4E-AA9D1107A1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37501" y="28321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672808" imgH="444307" progId="Equation.3">
                  <p:embed/>
                </p:oleObj>
              </mc:Choice>
              <mc:Fallback>
                <p:oleObj name="Equation" r:id="rId23" imgW="672808" imgH="444307" progId="Equation.3">
                  <p:embed/>
                  <p:pic>
                    <p:nvPicPr>
                      <p:cNvPr id="29713" name="Object 33">
                        <a:extLst>
                          <a:ext uri="{FF2B5EF4-FFF2-40B4-BE49-F238E27FC236}">
                            <a16:creationId xmlns:a16="http://schemas.microsoft.com/office/drawing/2014/main" id="{32B79E7B-3370-E1C6-4D4E-AA9D1107A1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7501" y="28321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31" name="Line 34">
            <a:extLst>
              <a:ext uri="{FF2B5EF4-FFF2-40B4-BE49-F238E27FC236}">
                <a16:creationId xmlns:a16="http://schemas.microsoft.com/office/drawing/2014/main" id="{85C01411-2719-0851-840C-33596587F7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96200" y="4572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32" name="Freeform 35">
            <a:extLst>
              <a:ext uri="{FF2B5EF4-FFF2-40B4-BE49-F238E27FC236}">
                <a16:creationId xmlns:a16="http://schemas.microsoft.com/office/drawing/2014/main" id="{DEA20C38-86CF-8542-3C74-EAE9DFEDA243}"/>
              </a:ext>
            </a:extLst>
          </p:cNvPr>
          <p:cNvSpPr>
            <a:spLocks/>
          </p:cNvSpPr>
          <p:nvPr/>
        </p:nvSpPr>
        <p:spPr bwMode="auto">
          <a:xfrm>
            <a:off x="6400800" y="4419600"/>
            <a:ext cx="1752600" cy="990600"/>
          </a:xfrm>
          <a:custGeom>
            <a:avLst/>
            <a:gdLst>
              <a:gd name="T0" fmla="*/ 0 w 1104"/>
              <a:gd name="T1" fmla="*/ 1572577282 h 624"/>
              <a:gd name="T2" fmla="*/ 1088707415 w 1104"/>
              <a:gd name="T3" fmla="*/ 483870009 h 624"/>
              <a:gd name="T4" fmla="*/ 2147483647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9733" name="Freeform 36">
            <a:extLst>
              <a:ext uri="{FF2B5EF4-FFF2-40B4-BE49-F238E27FC236}">
                <a16:creationId xmlns:a16="http://schemas.microsoft.com/office/drawing/2014/main" id="{A5EE44F2-2F99-1EAE-1009-7F66180E912D}"/>
              </a:ext>
            </a:extLst>
          </p:cNvPr>
          <p:cNvSpPr>
            <a:spLocks/>
          </p:cNvSpPr>
          <p:nvPr/>
        </p:nvSpPr>
        <p:spPr bwMode="auto">
          <a:xfrm>
            <a:off x="5105400" y="4229100"/>
            <a:ext cx="2971800" cy="1181100"/>
          </a:xfrm>
          <a:custGeom>
            <a:avLst/>
            <a:gdLst>
              <a:gd name="T0" fmla="*/ 0 w 1872"/>
              <a:gd name="T1" fmla="*/ 1874996428 h 744"/>
              <a:gd name="T2" fmla="*/ 1814512820 w 1872"/>
              <a:gd name="T3" fmla="*/ 302418750 h 744"/>
              <a:gd name="T4" fmla="*/ 2147483647 w 1872"/>
              <a:gd name="T5" fmla="*/ 60483755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9734" name="Freeform 37">
            <a:extLst>
              <a:ext uri="{FF2B5EF4-FFF2-40B4-BE49-F238E27FC236}">
                <a16:creationId xmlns:a16="http://schemas.microsoft.com/office/drawing/2014/main" id="{D9F1B709-B6F6-0785-2E82-63097A86F9DC}"/>
              </a:ext>
            </a:extLst>
          </p:cNvPr>
          <p:cNvSpPr>
            <a:spLocks/>
          </p:cNvSpPr>
          <p:nvPr/>
        </p:nvSpPr>
        <p:spPr bwMode="auto">
          <a:xfrm>
            <a:off x="3810000" y="3606800"/>
            <a:ext cx="4343400" cy="1803400"/>
          </a:xfrm>
          <a:custGeom>
            <a:avLst/>
            <a:gdLst>
              <a:gd name="T0" fmla="*/ 0 w 2736"/>
              <a:gd name="T1" fmla="*/ 2147483647 h 1136"/>
              <a:gd name="T2" fmla="*/ 1814512646 w 2736"/>
              <a:gd name="T3" fmla="*/ 322579961 h 1136"/>
              <a:gd name="T4" fmla="*/ 2147483647 w 2736"/>
              <a:gd name="T5" fmla="*/ 927417498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9714" name="Object 39">
            <a:extLst>
              <a:ext uri="{FF2B5EF4-FFF2-40B4-BE49-F238E27FC236}">
                <a16:creationId xmlns:a16="http://schemas.microsoft.com/office/drawing/2014/main" id="{A6C982AD-58D4-FEAC-30F6-7B3A509269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4400" y="1524001"/>
          <a:ext cx="27559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755900" imgH="520700" progId="Equation.3">
                  <p:embed/>
                </p:oleObj>
              </mc:Choice>
              <mc:Fallback>
                <p:oleObj name="Equation" r:id="rId25" imgW="2755900" imgH="520700" progId="Equation.3">
                  <p:embed/>
                  <p:pic>
                    <p:nvPicPr>
                      <p:cNvPr id="29714" name="Object 39">
                        <a:extLst>
                          <a:ext uri="{FF2B5EF4-FFF2-40B4-BE49-F238E27FC236}">
                            <a16:creationId xmlns:a16="http://schemas.microsoft.com/office/drawing/2014/main" id="{A6C982AD-58D4-FEAC-30F6-7B3A509269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524001"/>
                        <a:ext cx="275590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735" name="Group 41">
            <a:extLst>
              <a:ext uri="{FF2B5EF4-FFF2-40B4-BE49-F238E27FC236}">
                <a16:creationId xmlns:a16="http://schemas.microsoft.com/office/drawing/2014/main" id="{EE323C32-661F-FA61-9803-2ACFA5CB2DA7}"/>
              </a:ext>
            </a:extLst>
          </p:cNvPr>
          <p:cNvGrpSpPr>
            <a:grpSpLocks/>
          </p:cNvGrpSpPr>
          <p:nvPr/>
        </p:nvGrpSpPr>
        <p:grpSpPr bwMode="auto">
          <a:xfrm>
            <a:off x="8534401" y="4597400"/>
            <a:ext cx="900113" cy="609600"/>
            <a:chOff x="4224" y="1824"/>
            <a:chExt cx="567" cy="384"/>
          </a:xfrm>
        </p:grpSpPr>
        <p:graphicFrame>
          <p:nvGraphicFramePr>
            <p:cNvPr id="29715" name="Object 42">
              <a:extLst>
                <a:ext uri="{FF2B5EF4-FFF2-40B4-BE49-F238E27FC236}">
                  <a16:creationId xmlns:a16="http://schemas.microsoft.com/office/drawing/2014/main" id="{2E5BFC69-CD3F-667A-40AF-BE4A8674671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672808" imgH="444307" progId="Equation.3">
                    <p:embed/>
                  </p:oleObj>
                </mc:Choice>
                <mc:Fallback>
                  <p:oleObj name="Equation" r:id="rId27" imgW="672808" imgH="444307" progId="Equation.3">
                    <p:embed/>
                    <p:pic>
                      <p:nvPicPr>
                        <p:cNvPr id="29715" name="Object 42">
                          <a:extLst>
                            <a:ext uri="{FF2B5EF4-FFF2-40B4-BE49-F238E27FC236}">
                              <a16:creationId xmlns:a16="http://schemas.microsoft.com/office/drawing/2014/main" id="{2E5BFC69-CD3F-667A-40AF-BE4A8674671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36" name="Line 43">
              <a:extLst>
                <a:ext uri="{FF2B5EF4-FFF2-40B4-BE49-F238E27FC236}">
                  <a16:creationId xmlns:a16="http://schemas.microsoft.com/office/drawing/2014/main" id="{6D1B34B0-F3BC-D902-E2A3-B5D8921165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9" name="Rectangle 2">
            <a:extLst>
              <a:ext uri="{FF2B5EF4-FFF2-40B4-BE49-F238E27FC236}">
                <a16:creationId xmlns:a16="http://schemas.microsoft.com/office/drawing/2014/main" id="{432C4D4F-E7EA-3E70-5E60-22C31475E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838200"/>
            <a:ext cx="88392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 </a:t>
            </a:r>
          </a:p>
        </p:txBody>
      </p:sp>
      <p:graphicFrame>
        <p:nvGraphicFramePr>
          <p:cNvPr id="30722" name="Object 37">
            <a:extLst>
              <a:ext uri="{FF2B5EF4-FFF2-40B4-BE49-F238E27FC236}">
                <a16:creationId xmlns:a16="http://schemas.microsoft.com/office/drawing/2014/main" id="{0E3C84FA-0EB4-B24F-5DF8-DD5905ABEB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8200" y="1295400"/>
          <a:ext cx="2489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89200" imgH="584200" progId="Equation.3">
                  <p:embed/>
                </p:oleObj>
              </mc:Choice>
              <mc:Fallback>
                <p:oleObj name="Equation" r:id="rId2" imgW="2489200" imgH="584200" progId="Equation.3">
                  <p:embed/>
                  <p:pic>
                    <p:nvPicPr>
                      <p:cNvPr id="30722" name="Object 37">
                        <a:extLst>
                          <a:ext uri="{FF2B5EF4-FFF2-40B4-BE49-F238E27FC236}">
                            <a16:creationId xmlns:a16="http://schemas.microsoft.com/office/drawing/2014/main" id="{0E3C84FA-0EB4-B24F-5DF8-DD5905ABEB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1295400"/>
                        <a:ext cx="2489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0" name="Oval 41">
            <a:extLst>
              <a:ext uri="{FF2B5EF4-FFF2-40B4-BE49-F238E27FC236}">
                <a16:creationId xmlns:a16="http://schemas.microsoft.com/office/drawing/2014/main" id="{03B75AE7-BE05-4643-D637-D0522D6A3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53340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0741" name="Oval 42">
            <a:extLst>
              <a:ext uri="{FF2B5EF4-FFF2-40B4-BE49-F238E27FC236}">
                <a16:creationId xmlns:a16="http://schemas.microsoft.com/office/drawing/2014/main" id="{EC4B89A9-F167-9E90-6C1D-076299AF6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0742" name="Oval 43">
            <a:extLst>
              <a:ext uri="{FF2B5EF4-FFF2-40B4-BE49-F238E27FC236}">
                <a16:creationId xmlns:a16="http://schemas.microsoft.com/office/drawing/2014/main" id="{ACBF3263-C4DE-F4FB-32DF-1739B8903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0743" name="Oval 44">
            <a:extLst>
              <a:ext uri="{FF2B5EF4-FFF2-40B4-BE49-F238E27FC236}">
                <a16:creationId xmlns:a16="http://schemas.microsoft.com/office/drawing/2014/main" id="{752CC543-CD61-8C4B-F0FE-45571B296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68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0744" name="Oval 45">
            <a:extLst>
              <a:ext uri="{FF2B5EF4-FFF2-40B4-BE49-F238E27FC236}">
                <a16:creationId xmlns:a16="http://schemas.microsoft.com/office/drawing/2014/main" id="{93855B8C-08CE-11C0-1980-AB1647839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51816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0745" name="Line 46">
            <a:extLst>
              <a:ext uri="{FF2B5EF4-FFF2-40B4-BE49-F238E27FC236}">
                <a16:creationId xmlns:a16="http://schemas.microsoft.com/office/drawing/2014/main" id="{5B888946-6995-74A0-009A-3F5420450D7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664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6" name="Line 47">
            <a:extLst>
              <a:ext uri="{FF2B5EF4-FFF2-40B4-BE49-F238E27FC236}">
                <a16:creationId xmlns:a16="http://schemas.microsoft.com/office/drawing/2014/main" id="{3F88990D-695C-7CEF-F0B6-D435CB0D961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7" name="Line 48">
            <a:extLst>
              <a:ext uri="{FF2B5EF4-FFF2-40B4-BE49-F238E27FC236}">
                <a16:creationId xmlns:a16="http://schemas.microsoft.com/office/drawing/2014/main" id="{4F97DBB0-A149-ADB4-9A82-36407F1ABE67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8" name="Line 49">
            <a:extLst>
              <a:ext uri="{FF2B5EF4-FFF2-40B4-BE49-F238E27FC236}">
                <a16:creationId xmlns:a16="http://schemas.microsoft.com/office/drawing/2014/main" id="{C9731E52-FC3A-D226-051A-03E217F47E69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5638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9" name="Oval 51">
            <a:extLst>
              <a:ext uri="{FF2B5EF4-FFF2-40B4-BE49-F238E27FC236}">
                <a16:creationId xmlns:a16="http://schemas.microsoft.com/office/drawing/2014/main" id="{C23B6DFE-C76A-1C32-CAEE-733D4F0FD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3340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0723" name="Object 53">
            <a:extLst>
              <a:ext uri="{FF2B5EF4-FFF2-40B4-BE49-F238E27FC236}">
                <a16:creationId xmlns:a16="http://schemas.microsoft.com/office/drawing/2014/main" id="{4FA9F157-4A46-A1DB-C904-FD23319A27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08701" y="53340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3529" imgH="469696" progId="Equation.3">
                  <p:embed/>
                </p:oleObj>
              </mc:Choice>
              <mc:Fallback>
                <p:oleObj name="Equation" r:id="rId4" imgW="393529" imgH="469696" progId="Equation.3">
                  <p:embed/>
                  <p:pic>
                    <p:nvPicPr>
                      <p:cNvPr id="30723" name="Object 53">
                        <a:extLst>
                          <a:ext uri="{FF2B5EF4-FFF2-40B4-BE49-F238E27FC236}">
                            <a16:creationId xmlns:a16="http://schemas.microsoft.com/office/drawing/2014/main" id="{4FA9F157-4A46-A1DB-C904-FD23319A27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8701" y="53340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4" name="Object 54">
            <a:extLst>
              <a:ext uri="{FF2B5EF4-FFF2-40B4-BE49-F238E27FC236}">
                <a16:creationId xmlns:a16="http://schemas.microsoft.com/office/drawing/2014/main" id="{56FC4B46-FF71-BE4C-908A-21CD4FA4EC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04101" y="53340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30724" name="Object 54">
                        <a:extLst>
                          <a:ext uri="{FF2B5EF4-FFF2-40B4-BE49-F238E27FC236}">
                            <a16:creationId xmlns:a16="http://schemas.microsoft.com/office/drawing/2014/main" id="{56FC4B46-FF71-BE4C-908A-21CD4FA4EC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4101" y="53340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Object 55">
            <a:extLst>
              <a:ext uri="{FF2B5EF4-FFF2-40B4-BE49-F238E27FC236}">
                <a16:creationId xmlns:a16="http://schemas.microsoft.com/office/drawing/2014/main" id="{D7FDE678-6102-014A-D063-C4A5B21642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63000" y="53340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100" imgH="469900" progId="Equation.3">
                  <p:embed/>
                </p:oleObj>
              </mc:Choice>
              <mc:Fallback>
                <p:oleObj name="Equation" r:id="rId8" imgW="419100" imgH="469900" progId="Equation.3">
                  <p:embed/>
                  <p:pic>
                    <p:nvPicPr>
                      <p:cNvPr id="30725" name="Object 55">
                        <a:extLst>
                          <a:ext uri="{FF2B5EF4-FFF2-40B4-BE49-F238E27FC236}">
                            <a16:creationId xmlns:a16="http://schemas.microsoft.com/office/drawing/2014/main" id="{D7FDE678-6102-014A-D063-C4A5B21642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0" y="53340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50" name="Line 56">
            <a:extLst>
              <a:ext uri="{FF2B5EF4-FFF2-40B4-BE49-F238E27FC236}">
                <a16:creationId xmlns:a16="http://schemas.microsoft.com/office/drawing/2014/main" id="{09B844D3-DC59-FE87-285E-628B19CBDB7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56388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0726" name="Object 57">
            <a:extLst>
              <a:ext uri="{FF2B5EF4-FFF2-40B4-BE49-F238E27FC236}">
                <a16:creationId xmlns:a16="http://schemas.microsoft.com/office/drawing/2014/main" id="{9EF017AC-231F-78FD-8A76-ED829CE979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533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584" imgH="279279" progId="Equation.3">
                  <p:embed/>
                </p:oleObj>
              </mc:Choice>
              <mc:Fallback>
                <p:oleObj name="Equation" r:id="rId10" imgW="266584" imgH="279279" progId="Equation.3">
                  <p:embed/>
                  <p:pic>
                    <p:nvPicPr>
                      <p:cNvPr id="30726" name="Object 57">
                        <a:extLst>
                          <a:ext uri="{FF2B5EF4-FFF2-40B4-BE49-F238E27FC236}">
                            <a16:creationId xmlns:a16="http://schemas.microsoft.com/office/drawing/2014/main" id="{9EF017AC-231F-78FD-8A76-ED829CE979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533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Object 58">
            <a:extLst>
              <a:ext uri="{FF2B5EF4-FFF2-40B4-BE49-F238E27FC236}">
                <a16:creationId xmlns:a16="http://schemas.microsoft.com/office/drawing/2014/main" id="{C72D1435-697C-DF63-384E-35B7B442AD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0" y="525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9279" imgH="380835" progId="Equation.3">
                  <p:embed/>
                </p:oleObj>
              </mc:Choice>
              <mc:Fallback>
                <p:oleObj name="Equation" r:id="rId12" imgW="279279" imgH="380835" progId="Equation.3">
                  <p:embed/>
                  <p:pic>
                    <p:nvPicPr>
                      <p:cNvPr id="30727" name="Object 58">
                        <a:extLst>
                          <a:ext uri="{FF2B5EF4-FFF2-40B4-BE49-F238E27FC236}">
                            <a16:creationId xmlns:a16="http://schemas.microsoft.com/office/drawing/2014/main" id="{C72D1435-697C-DF63-384E-35B7B442AD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525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8" name="Object 59">
            <a:extLst>
              <a:ext uri="{FF2B5EF4-FFF2-40B4-BE49-F238E27FC236}">
                <a16:creationId xmlns:a16="http://schemas.microsoft.com/office/drawing/2014/main" id="{673F0DEA-DD6F-6C67-5DAA-9DF4E64433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1800" y="525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9279" imgH="380835" progId="Equation.3">
                  <p:embed/>
                </p:oleObj>
              </mc:Choice>
              <mc:Fallback>
                <p:oleObj name="Equation" r:id="rId12" imgW="279279" imgH="380835" progId="Equation.3">
                  <p:embed/>
                  <p:pic>
                    <p:nvPicPr>
                      <p:cNvPr id="30728" name="Object 59">
                        <a:extLst>
                          <a:ext uri="{FF2B5EF4-FFF2-40B4-BE49-F238E27FC236}">
                            <a16:creationId xmlns:a16="http://schemas.microsoft.com/office/drawing/2014/main" id="{673F0DEA-DD6F-6C67-5DAA-9DF4E64433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525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9" name="Object 60">
            <a:extLst>
              <a:ext uri="{FF2B5EF4-FFF2-40B4-BE49-F238E27FC236}">
                <a16:creationId xmlns:a16="http://schemas.microsoft.com/office/drawing/2014/main" id="{DF35F7FC-9BFF-D60E-99AA-6B84545C66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77201" y="533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30729" name="Object 60">
                        <a:extLst>
                          <a:ext uri="{FF2B5EF4-FFF2-40B4-BE49-F238E27FC236}">
                            <a16:creationId xmlns:a16="http://schemas.microsoft.com/office/drawing/2014/main" id="{DF35F7FC-9BFF-D60E-99AA-6B84545C66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1" y="533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51" name="Oval 61">
            <a:extLst>
              <a:ext uri="{FF2B5EF4-FFF2-40B4-BE49-F238E27FC236}">
                <a16:creationId xmlns:a16="http://schemas.microsoft.com/office/drawing/2014/main" id="{C1F7B338-A342-0C70-E3ED-FBB233E30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9900" y="40513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0730" name="Object 62">
            <a:extLst>
              <a:ext uri="{FF2B5EF4-FFF2-40B4-BE49-F238E27FC236}">
                <a16:creationId xmlns:a16="http://schemas.microsoft.com/office/drawing/2014/main" id="{20EF2E29-7C95-9AAA-2B73-2DE9C027E4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66101" y="40513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06224" imgH="469696" progId="Equation.3">
                  <p:embed/>
                </p:oleObj>
              </mc:Choice>
              <mc:Fallback>
                <p:oleObj name="Equation" r:id="rId15" imgW="406224" imgH="469696" progId="Equation.3">
                  <p:embed/>
                  <p:pic>
                    <p:nvPicPr>
                      <p:cNvPr id="30730" name="Object 62">
                        <a:extLst>
                          <a:ext uri="{FF2B5EF4-FFF2-40B4-BE49-F238E27FC236}">
                            <a16:creationId xmlns:a16="http://schemas.microsoft.com/office/drawing/2014/main" id="{20EF2E29-7C95-9AAA-2B73-2DE9C027E4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6101" y="40513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1" name="Object 63">
            <a:extLst>
              <a:ext uri="{FF2B5EF4-FFF2-40B4-BE49-F238E27FC236}">
                <a16:creationId xmlns:a16="http://schemas.microsoft.com/office/drawing/2014/main" id="{3DCB4637-224A-284E-546E-2AB6004FA2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30731" name="Object 63">
                        <a:extLst>
                          <a:ext uri="{FF2B5EF4-FFF2-40B4-BE49-F238E27FC236}">
                            <a16:creationId xmlns:a16="http://schemas.microsoft.com/office/drawing/2014/main" id="{3DCB4637-224A-284E-546E-2AB6004FA2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2" name="Object 64">
            <a:extLst>
              <a:ext uri="{FF2B5EF4-FFF2-40B4-BE49-F238E27FC236}">
                <a16:creationId xmlns:a16="http://schemas.microsoft.com/office/drawing/2014/main" id="{50B7542E-61C9-1F5B-7DA6-6FDFECAAD8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8401" y="4953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30732" name="Object 64">
                        <a:extLst>
                          <a:ext uri="{FF2B5EF4-FFF2-40B4-BE49-F238E27FC236}">
                            <a16:creationId xmlns:a16="http://schemas.microsoft.com/office/drawing/2014/main" id="{50B7542E-61C9-1F5B-7DA6-6FDFECAAD8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1" y="4953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3" name="Object 65">
            <a:extLst>
              <a:ext uri="{FF2B5EF4-FFF2-40B4-BE49-F238E27FC236}">
                <a16:creationId xmlns:a16="http://schemas.microsoft.com/office/drawing/2014/main" id="{818CE91B-3C49-619D-CB71-F272A6CCBC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43800" y="4876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79279" imgH="380835" progId="Equation.3">
                  <p:embed/>
                </p:oleObj>
              </mc:Choice>
              <mc:Fallback>
                <p:oleObj name="Equation" r:id="rId18" imgW="279279" imgH="380835" progId="Equation.3">
                  <p:embed/>
                  <p:pic>
                    <p:nvPicPr>
                      <p:cNvPr id="30733" name="Object 65">
                        <a:extLst>
                          <a:ext uri="{FF2B5EF4-FFF2-40B4-BE49-F238E27FC236}">
                            <a16:creationId xmlns:a16="http://schemas.microsoft.com/office/drawing/2014/main" id="{818CE91B-3C49-619D-CB71-F272A6CCBC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4876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4" name="Object 66">
            <a:extLst>
              <a:ext uri="{FF2B5EF4-FFF2-40B4-BE49-F238E27FC236}">
                <a16:creationId xmlns:a16="http://schemas.microsoft.com/office/drawing/2014/main" id="{8B7465A9-419D-7EB4-96D2-4A5AB2DFF7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79279" imgH="380835" progId="Equation.3">
                  <p:embed/>
                </p:oleObj>
              </mc:Choice>
              <mc:Fallback>
                <p:oleObj name="Equation" r:id="rId18" imgW="279279" imgH="380835" progId="Equation.3">
                  <p:embed/>
                  <p:pic>
                    <p:nvPicPr>
                      <p:cNvPr id="30734" name="Object 66">
                        <a:extLst>
                          <a:ext uri="{FF2B5EF4-FFF2-40B4-BE49-F238E27FC236}">
                            <a16:creationId xmlns:a16="http://schemas.microsoft.com/office/drawing/2014/main" id="{8B7465A9-419D-7EB4-96D2-4A5AB2DFF7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52" name="Freeform 67">
            <a:extLst>
              <a:ext uri="{FF2B5EF4-FFF2-40B4-BE49-F238E27FC236}">
                <a16:creationId xmlns:a16="http://schemas.microsoft.com/office/drawing/2014/main" id="{E93AFE69-5C4B-4151-FB6E-E4CF92FC15E2}"/>
              </a:ext>
            </a:extLst>
          </p:cNvPr>
          <p:cNvSpPr>
            <a:spLocks/>
          </p:cNvSpPr>
          <p:nvPr/>
        </p:nvSpPr>
        <p:spPr bwMode="auto">
          <a:xfrm>
            <a:off x="7924800" y="3276600"/>
            <a:ext cx="660400" cy="850900"/>
          </a:xfrm>
          <a:custGeom>
            <a:avLst/>
            <a:gdLst>
              <a:gd name="T0" fmla="*/ 383063737 w 416"/>
              <a:gd name="T1" fmla="*/ 1350803532 h 536"/>
              <a:gd name="T2" fmla="*/ 20161250 w 416"/>
              <a:gd name="T3" fmla="*/ 504031219 h 536"/>
              <a:gd name="T4" fmla="*/ 504031301 w 416"/>
              <a:gd name="T5" fmla="*/ 20161247 h 536"/>
              <a:gd name="T6" fmla="*/ 987901357 w 416"/>
              <a:gd name="T7" fmla="*/ 383063675 h 536"/>
              <a:gd name="T8" fmla="*/ 866933892 w 416"/>
              <a:gd name="T9" fmla="*/ 1229836087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0735" name="Object 68">
            <a:extLst>
              <a:ext uri="{FF2B5EF4-FFF2-40B4-BE49-F238E27FC236}">
                <a16:creationId xmlns:a16="http://schemas.microsoft.com/office/drawing/2014/main" id="{E84BDB6F-7AE0-20BC-63BC-71C0C13064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37501" y="28321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672808" imgH="444307" progId="Equation.3">
                  <p:embed/>
                </p:oleObj>
              </mc:Choice>
              <mc:Fallback>
                <p:oleObj name="Equation" r:id="rId19" imgW="672808" imgH="444307" progId="Equation.3">
                  <p:embed/>
                  <p:pic>
                    <p:nvPicPr>
                      <p:cNvPr id="30735" name="Object 68">
                        <a:extLst>
                          <a:ext uri="{FF2B5EF4-FFF2-40B4-BE49-F238E27FC236}">
                            <a16:creationId xmlns:a16="http://schemas.microsoft.com/office/drawing/2014/main" id="{E84BDB6F-7AE0-20BC-63BC-71C0C13064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7501" y="28321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53" name="Line 69">
            <a:extLst>
              <a:ext uri="{FF2B5EF4-FFF2-40B4-BE49-F238E27FC236}">
                <a16:creationId xmlns:a16="http://schemas.microsoft.com/office/drawing/2014/main" id="{FFC38C5A-EAAD-F32C-DB2A-AC5AEAB580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96200" y="4572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54" name="Freeform 70">
            <a:extLst>
              <a:ext uri="{FF2B5EF4-FFF2-40B4-BE49-F238E27FC236}">
                <a16:creationId xmlns:a16="http://schemas.microsoft.com/office/drawing/2014/main" id="{070E2598-D1FD-B1B6-A260-E0F4AE98C8DE}"/>
              </a:ext>
            </a:extLst>
          </p:cNvPr>
          <p:cNvSpPr>
            <a:spLocks/>
          </p:cNvSpPr>
          <p:nvPr/>
        </p:nvSpPr>
        <p:spPr bwMode="auto">
          <a:xfrm>
            <a:off x="6400800" y="4419600"/>
            <a:ext cx="1752600" cy="990600"/>
          </a:xfrm>
          <a:custGeom>
            <a:avLst/>
            <a:gdLst>
              <a:gd name="T0" fmla="*/ 0 w 1104"/>
              <a:gd name="T1" fmla="*/ 1572577282 h 624"/>
              <a:gd name="T2" fmla="*/ 1088707415 w 1104"/>
              <a:gd name="T3" fmla="*/ 483870009 h 624"/>
              <a:gd name="T4" fmla="*/ 2147483647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0755" name="Freeform 71">
            <a:extLst>
              <a:ext uri="{FF2B5EF4-FFF2-40B4-BE49-F238E27FC236}">
                <a16:creationId xmlns:a16="http://schemas.microsoft.com/office/drawing/2014/main" id="{FF99E0F7-807A-E2E6-7C76-41AA4FDE0861}"/>
              </a:ext>
            </a:extLst>
          </p:cNvPr>
          <p:cNvSpPr>
            <a:spLocks/>
          </p:cNvSpPr>
          <p:nvPr/>
        </p:nvSpPr>
        <p:spPr bwMode="auto">
          <a:xfrm>
            <a:off x="5105400" y="4229100"/>
            <a:ext cx="2971800" cy="1181100"/>
          </a:xfrm>
          <a:custGeom>
            <a:avLst/>
            <a:gdLst>
              <a:gd name="T0" fmla="*/ 0 w 1872"/>
              <a:gd name="T1" fmla="*/ 1874996428 h 744"/>
              <a:gd name="T2" fmla="*/ 1814512820 w 1872"/>
              <a:gd name="T3" fmla="*/ 302418750 h 744"/>
              <a:gd name="T4" fmla="*/ 2147483647 w 1872"/>
              <a:gd name="T5" fmla="*/ 60483755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0756" name="Freeform 72">
            <a:extLst>
              <a:ext uri="{FF2B5EF4-FFF2-40B4-BE49-F238E27FC236}">
                <a16:creationId xmlns:a16="http://schemas.microsoft.com/office/drawing/2014/main" id="{859FD3F7-F8A4-206C-0129-1DB569BDFD24}"/>
              </a:ext>
            </a:extLst>
          </p:cNvPr>
          <p:cNvSpPr>
            <a:spLocks/>
          </p:cNvSpPr>
          <p:nvPr/>
        </p:nvSpPr>
        <p:spPr bwMode="auto">
          <a:xfrm>
            <a:off x="3810000" y="3606800"/>
            <a:ext cx="4343400" cy="1803400"/>
          </a:xfrm>
          <a:custGeom>
            <a:avLst/>
            <a:gdLst>
              <a:gd name="T0" fmla="*/ 0 w 2736"/>
              <a:gd name="T1" fmla="*/ 2147483647 h 1136"/>
              <a:gd name="T2" fmla="*/ 1814512646 w 2736"/>
              <a:gd name="T3" fmla="*/ 322579961 h 1136"/>
              <a:gd name="T4" fmla="*/ 2147483647 w 2736"/>
              <a:gd name="T5" fmla="*/ 927417498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pSp>
        <p:nvGrpSpPr>
          <p:cNvPr id="30757" name="Group 73">
            <a:extLst>
              <a:ext uri="{FF2B5EF4-FFF2-40B4-BE49-F238E27FC236}">
                <a16:creationId xmlns:a16="http://schemas.microsoft.com/office/drawing/2014/main" id="{DA49DC9A-185C-4CCA-796A-4DDB21017249}"/>
              </a:ext>
            </a:extLst>
          </p:cNvPr>
          <p:cNvGrpSpPr>
            <a:grpSpLocks/>
          </p:cNvGrpSpPr>
          <p:nvPr/>
        </p:nvGrpSpPr>
        <p:grpSpPr bwMode="auto">
          <a:xfrm>
            <a:off x="8534401" y="4597400"/>
            <a:ext cx="900113" cy="609600"/>
            <a:chOff x="4224" y="1824"/>
            <a:chExt cx="567" cy="384"/>
          </a:xfrm>
        </p:grpSpPr>
        <p:graphicFrame>
          <p:nvGraphicFramePr>
            <p:cNvPr id="30738" name="Object 74">
              <a:extLst>
                <a:ext uri="{FF2B5EF4-FFF2-40B4-BE49-F238E27FC236}">
                  <a16:creationId xmlns:a16="http://schemas.microsoft.com/office/drawing/2014/main" id="{83CC3BF1-97BB-AD68-CC9F-9292257B7D3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672808" imgH="444307" progId="Equation.3">
                    <p:embed/>
                  </p:oleObj>
                </mc:Choice>
                <mc:Fallback>
                  <p:oleObj name="Equation" r:id="rId21" imgW="672808" imgH="444307" progId="Equation.3">
                    <p:embed/>
                    <p:pic>
                      <p:nvPicPr>
                        <p:cNvPr id="30738" name="Object 74">
                          <a:extLst>
                            <a:ext uri="{FF2B5EF4-FFF2-40B4-BE49-F238E27FC236}">
                              <a16:creationId xmlns:a16="http://schemas.microsoft.com/office/drawing/2014/main" id="{83CC3BF1-97BB-AD68-CC9F-9292257B7D3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58" name="Line 75">
              <a:extLst>
                <a:ext uri="{FF2B5EF4-FFF2-40B4-BE49-F238E27FC236}">
                  <a16:creationId xmlns:a16="http://schemas.microsoft.com/office/drawing/2014/main" id="{DE2DA017-24E4-5C8E-B466-F3CD67299A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30736" name="Object 76">
            <a:extLst>
              <a:ext uri="{FF2B5EF4-FFF2-40B4-BE49-F238E27FC236}">
                <a16:creationId xmlns:a16="http://schemas.microsoft.com/office/drawing/2014/main" id="{C3900A48-77B5-EF0F-FCAF-EC6BB1F00C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53340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419100" imgH="469900" progId="Equation.3">
                  <p:embed/>
                </p:oleObj>
              </mc:Choice>
              <mc:Fallback>
                <p:oleObj name="Equation" r:id="rId22" imgW="419100" imgH="469900" progId="Equation.3">
                  <p:embed/>
                  <p:pic>
                    <p:nvPicPr>
                      <p:cNvPr id="30736" name="Object 76">
                        <a:extLst>
                          <a:ext uri="{FF2B5EF4-FFF2-40B4-BE49-F238E27FC236}">
                            <a16:creationId xmlns:a16="http://schemas.microsoft.com/office/drawing/2014/main" id="{C3900A48-77B5-EF0F-FCAF-EC6BB1F00C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3340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7" name="Object 77">
            <a:extLst>
              <a:ext uri="{FF2B5EF4-FFF2-40B4-BE49-F238E27FC236}">
                <a16:creationId xmlns:a16="http://schemas.microsoft.com/office/drawing/2014/main" id="{38D5193D-015A-CF26-8174-388673CA09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38701" y="53340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42751" imgH="469696" progId="Equation.3">
                  <p:embed/>
                </p:oleObj>
              </mc:Choice>
              <mc:Fallback>
                <p:oleObj name="Equation" r:id="rId24" imgW="342751" imgH="469696" progId="Equation.3">
                  <p:embed/>
                  <p:pic>
                    <p:nvPicPr>
                      <p:cNvPr id="30737" name="Object 77">
                        <a:extLst>
                          <a:ext uri="{FF2B5EF4-FFF2-40B4-BE49-F238E27FC236}">
                            <a16:creationId xmlns:a16="http://schemas.microsoft.com/office/drawing/2014/main" id="{38D5193D-015A-CF26-8174-388673CA09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1" y="53340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63" name="Rectangle 2050">
            <a:extLst>
              <a:ext uri="{FF2B5EF4-FFF2-40B4-BE49-F238E27FC236}">
                <a16:creationId xmlns:a16="http://schemas.microsoft.com/office/drawing/2014/main" id="{47E247F4-5ECC-E56E-6449-8208AB197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838200"/>
            <a:ext cx="88392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 </a:t>
            </a:r>
          </a:p>
        </p:txBody>
      </p:sp>
      <p:graphicFrame>
        <p:nvGraphicFramePr>
          <p:cNvPr id="31746" name="Object 2085">
            <a:extLst>
              <a:ext uri="{FF2B5EF4-FFF2-40B4-BE49-F238E27FC236}">
                <a16:creationId xmlns:a16="http://schemas.microsoft.com/office/drawing/2014/main" id="{87165804-2095-7DA8-BEF2-C96A103FBD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8200" y="1295400"/>
          <a:ext cx="2514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14600" imgH="583920" progId="Equation.3">
                  <p:embed/>
                </p:oleObj>
              </mc:Choice>
              <mc:Fallback>
                <p:oleObj name="Equation" r:id="rId2" imgW="2514600" imgH="583920" progId="Equation.3">
                  <p:embed/>
                  <p:pic>
                    <p:nvPicPr>
                      <p:cNvPr id="31746" name="Object 2085">
                        <a:extLst>
                          <a:ext uri="{FF2B5EF4-FFF2-40B4-BE49-F238E27FC236}">
                            <a16:creationId xmlns:a16="http://schemas.microsoft.com/office/drawing/2014/main" id="{87165804-2095-7DA8-BEF2-C96A103FBD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1295400"/>
                        <a:ext cx="2514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4" name="Oval 2124">
            <a:extLst>
              <a:ext uri="{FF2B5EF4-FFF2-40B4-BE49-F238E27FC236}">
                <a16:creationId xmlns:a16="http://schemas.microsoft.com/office/drawing/2014/main" id="{AEAE6DBF-89FA-777F-3CA5-2F889F055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53340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1765" name="Oval 2125">
            <a:extLst>
              <a:ext uri="{FF2B5EF4-FFF2-40B4-BE49-F238E27FC236}">
                <a16:creationId xmlns:a16="http://schemas.microsoft.com/office/drawing/2014/main" id="{60E37816-B48C-0308-D416-65B1BB7B5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1766" name="Oval 2126">
            <a:extLst>
              <a:ext uri="{FF2B5EF4-FFF2-40B4-BE49-F238E27FC236}">
                <a16:creationId xmlns:a16="http://schemas.microsoft.com/office/drawing/2014/main" id="{D13CE7D2-2E8E-FBC0-5F22-CE8ABA81F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1767" name="Oval 2127">
            <a:extLst>
              <a:ext uri="{FF2B5EF4-FFF2-40B4-BE49-F238E27FC236}">
                <a16:creationId xmlns:a16="http://schemas.microsoft.com/office/drawing/2014/main" id="{3AAE1E8D-8C02-264C-6D44-D1593BE93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68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1768" name="Oval 2128">
            <a:extLst>
              <a:ext uri="{FF2B5EF4-FFF2-40B4-BE49-F238E27FC236}">
                <a16:creationId xmlns:a16="http://schemas.microsoft.com/office/drawing/2014/main" id="{94C4DED7-10DA-D870-2D89-EADD4D09F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51816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1769" name="Line 2129">
            <a:extLst>
              <a:ext uri="{FF2B5EF4-FFF2-40B4-BE49-F238E27FC236}">
                <a16:creationId xmlns:a16="http://schemas.microsoft.com/office/drawing/2014/main" id="{253827BA-CF5C-5BEE-4FB8-494972A5A7B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664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70" name="Line 2130">
            <a:extLst>
              <a:ext uri="{FF2B5EF4-FFF2-40B4-BE49-F238E27FC236}">
                <a16:creationId xmlns:a16="http://schemas.microsoft.com/office/drawing/2014/main" id="{78297F7C-3E7F-17D3-B612-122BA4D9B23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71" name="Line 2131">
            <a:extLst>
              <a:ext uri="{FF2B5EF4-FFF2-40B4-BE49-F238E27FC236}">
                <a16:creationId xmlns:a16="http://schemas.microsoft.com/office/drawing/2014/main" id="{5EBC1720-E66A-A1B2-023D-A264135FE382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72" name="Line 2132">
            <a:extLst>
              <a:ext uri="{FF2B5EF4-FFF2-40B4-BE49-F238E27FC236}">
                <a16:creationId xmlns:a16="http://schemas.microsoft.com/office/drawing/2014/main" id="{8800F0AE-C4D4-62B6-7790-844B5A194BB2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5638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73" name="Oval 2134">
            <a:extLst>
              <a:ext uri="{FF2B5EF4-FFF2-40B4-BE49-F238E27FC236}">
                <a16:creationId xmlns:a16="http://schemas.microsoft.com/office/drawing/2014/main" id="{ABA73E71-F2F4-DD8F-042F-4F8BC298B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1747" name="Object 2135">
            <a:extLst>
              <a:ext uri="{FF2B5EF4-FFF2-40B4-BE49-F238E27FC236}">
                <a16:creationId xmlns:a16="http://schemas.microsoft.com/office/drawing/2014/main" id="{1EE0785B-60A8-B8E1-E42E-6C12FADBB6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38701" y="53340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31747" name="Object 2135">
                        <a:extLst>
                          <a:ext uri="{FF2B5EF4-FFF2-40B4-BE49-F238E27FC236}">
                            <a16:creationId xmlns:a16="http://schemas.microsoft.com/office/drawing/2014/main" id="{1EE0785B-60A8-B8E1-E42E-6C12FADBB6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1" y="53340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8" name="Object 2136">
            <a:extLst>
              <a:ext uri="{FF2B5EF4-FFF2-40B4-BE49-F238E27FC236}">
                <a16:creationId xmlns:a16="http://schemas.microsoft.com/office/drawing/2014/main" id="{C586D232-CE99-D761-6E83-A01BC63850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08701" y="53340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31748" name="Object 2136">
                        <a:extLst>
                          <a:ext uri="{FF2B5EF4-FFF2-40B4-BE49-F238E27FC236}">
                            <a16:creationId xmlns:a16="http://schemas.microsoft.com/office/drawing/2014/main" id="{C586D232-CE99-D761-6E83-A01BC63850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8701" y="53340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9" name="Object 2137">
            <a:extLst>
              <a:ext uri="{FF2B5EF4-FFF2-40B4-BE49-F238E27FC236}">
                <a16:creationId xmlns:a16="http://schemas.microsoft.com/office/drawing/2014/main" id="{2BA715F3-1486-C6EE-977C-02673D6F41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04101" y="53340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31749" name="Object 2137">
                        <a:extLst>
                          <a:ext uri="{FF2B5EF4-FFF2-40B4-BE49-F238E27FC236}">
                            <a16:creationId xmlns:a16="http://schemas.microsoft.com/office/drawing/2014/main" id="{2BA715F3-1486-C6EE-977C-02673D6F41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4101" y="53340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0" name="Object 2138">
            <a:extLst>
              <a:ext uri="{FF2B5EF4-FFF2-40B4-BE49-F238E27FC236}">
                <a16:creationId xmlns:a16="http://schemas.microsoft.com/office/drawing/2014/main" id="{080E2084-690E-6AFD-A1C3-085FDC96DC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63000" y="53340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100" imgH="469900" progId="Equation.3">
                  <p:embed/>
                </p:oleObj>
              </mc:Choice>
              <mc:Fallback>
                <p:oleObj name="Equation" r:id="rId10" imgW="419100" imgH="469900" progId="Equation.3">
                  <p:embed/>
                  <p:pic>
                    <p:nvPicPr>
                      <p:cNvPr id="31750" name="Object 2138">
                        <a:extLst>
                          <a:ext uri="{FF2B5EF4-FFF2-40B4-BE49-F238E27FC236}">
                            <a16:creationId xmlns:a16="http://schemas.microsoft.com/office/drawing/2014/main" id="{080E2084-690E-6AFD-A1C3-085FDC96DC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0" y="53340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74" name="Line 2139">
            <a:extLst>
              <a:ext uri="{FF2B5EF4-FFF2-40B4-BE49-F238E27FC236}">
                <a16:creationId xmlns:a16="http://schemas.microsoft.com/office/drawing/2014/main" id="{C9B736F7-E4F4-69AC-6F27-EEECA7D722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1751" name="Object 2140">
            <a:extLst>
              <a:ext uri="{FF2B5EF4-FFF2-40B4-BE49-F238E27FC236}">
                <a16:creationId xmlns:a16="http://schemas.microsoft.com/office/drawing/2014/main" id="{CC31DDEE-164D-D55C-FEA6-592F376857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533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31751" name="Object 2140">
                        <a:extLst>
                          <a:ext uri="{FF2B5EF4-FFF2-40B4-BE49-F238E27FC236}">
                            <a16:creationId xmlns:a16="http://schemas.microsoft.com/office/drawing/2014/main" id="{CC31DDEE-164D-D55C-FEA6-592F376857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533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2" name="Object 2141">
            <a:extLst>
              <a:ext uri="{FF2B5EF4-FFF2-40B4-BE49-F238E27FC236}">
                <a16:creationId xmlns:a16="http://schemas.microsoft.com/office/drawing/2014/main" id="{A51AFE0D-6AEE-FC62-706D-76DADE0FE8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0" y="525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31752" name="Object 2141">
                        <a:extLst>
                          <a:ext uri="{FF2B5EF4-FFF2-40B4-BE49-F238E27FC236}">
                            <a16:creationId xmlns:a16="http://schemas.microsoft.com/office/drawing/2014/main" id="{A51AFE0D-6AEE-FC62-706D-76DADE0FE8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525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3" name="Object 2142">
            <a:extLst>
              <a:ext uri="{FF2B5EF4-FFF2-40B4-BE49-F238E27FC236}">
                <a16:creationId xmlns:a16="http://schemas.microsoft.com/office/drawing/2014/main" id="{4BB8F052-5EAB-BFA7-A678-DE3BC8F301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1800" y="525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31753" name="Object 2142">
                        <a:extLst>
                          <a:ext uri="{FF2B5EF4-FFF2-40B4-BE49-F238E27FC236}">
                            <a16:creationId xmlns:a16="http://schemas.microsoft.com/office/drawing/2014/main" id="{4BB8F052-5EAB-BFA7-A678-DE3BC8F301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525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4" name="Object 2143">
            <a:extLst>
              <a:ext uri="{FF2B5EF4-FFF2-40B4-BE49-F238E27FC236}">
                <a16:creationId xmlns:a16="http://schemas.microsoft.com/office/drawing/2014/main" id="{B98C225E-928D-6EB0-80EF-FDA9E4F9AB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77201" y="533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31754" name="Object 2143">
                        <a:extLst>
                          <a:ext uri="{FF2B5EF4-FFF2-40B4-BE49-F238E27FC236}">
                            <a16:creationId xmlns:a16="http://schemas.microsoft.com/office/drawing/2014/main" id="{B98C225E-928D-6EB0-80EF-FDA9E4F9AB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1" y="533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75" name="Oval 2144">
            <a:extLst>
              <a:ext uri="{FF2B5EF4-FFF2-40B4-BE49-F238E27FC236}">
                <a16:creationId xmlns:a16="http://schemas.microsoft.com/office/drawing/2014/main" id="{4482BBA9-12EA-793D-4240-33425C6C1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9900" y="40513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1755" name="Object 2145">
            <a:extLst>
              <a:ext uri="{FF2B5EF4-FFF2-40B4-BE49-F238E27FC236}">
                <a16:creationId xmlns:a16="http://schemas.microsoft.com/office/drawing/2014/main" id="{3FE25A3E-2CD8-2338-01E7-3C3CB802E8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66101" y="40513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06224" imgH="469696" progId="Equation.3">
                  <p:embed/>
                </p:oleObj>
              </mc:Choice>
              <mc:Fallback>
                <p:oleObj name="Equation" r:id="rId17" imgW="406224" imgH="469696" progId="Equation.3">
                  <p:embed/>
                  <p:pic>
                    <p:nvPicPr>
                      <p:cNvPr id="31755" name="Object 2145">
                        <a:extLst>
                          <a:ext uri="{FF2B5EF4-FFF2-40B4-BE49-F238E27FC236}">
                            <a16:creationId xmlns:a16="http://schemas.microsoft.com/office/drawing/2014/main" id="{3FE25A3E-2CD8-2338-01E7-3C3CB802E8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6101" y="40513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6" name="Object 2146">
            <a:extLst>
              <a:ext uri="{FF2B5EF4-FFF2-40B4-BE49-F238E27FC236}">
                <a16:creationId xmlns:a16="http://schemas.microsoft.com/office/drawing/2014/main" id="{3EA425D5-E228-10C4-68B9-78FFEA2EF7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31756" name="Object 2146">
                        <a:extLst>
                          <a:ext uri="{FF2B5EF4-FFF2-40B4-BE49-F238E27FC236}">
                            <a16:creationId xmlns:a16="http://schemas.microsoft.com/office/drawing/2014/main" id="{3EA425D5-E228-10C4-68B9-78FFEA2EF7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7" name="Object 2147">
            <a:extLst>
              <a:ext uri="{FF2B5EF4-FFF2-40B4-BE49-F238E27FC236}">
                <a16:creationId xmlns:a16="http://schemas.microsoft.com/office/drawing/2014/main" id="{6824F9F4-DA77-734B-6505-4E46165D84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8401" y="4953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31757" name="Object 2147">
                        <a:extLst>
                          <a:ext uri="{FF2B5EF4-FFF2-40B4-BE49-F238E27FC236}">
                            <a16:creationId xmlns:a16="http://schemas.microsoft.com/office/drawing/2014/main" id="{6824F9F4-DA77-734B-6505-4E46165D84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1" y="4953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8" name="Object 2148">
            <a:extLst>
              <a:ext uri="{FF2B5EF4-FFF2-40B4-BE49-F238E27FC236}">
                <a16:creationId xmlns:a16="http://schemas.microsoft.com/office/drawing/2014/main" id="{08D3F421-12DD-2F67-61A9-8C7DFE28DE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43800" y="4876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79279" imgH="380835" progId="Equation.3">
                  <p:embed/>
                </p:oleObj>
              </mc:Choice>
              <mc:Fallback>
                <p:oleObj name="Equation" r:id="rId20" imgW="279279" imgH="380835" progId="Equation.3">
                  <p:embed/>
                  <p:pic>
                    <p:nvPicPr>
                      <p:cNvPr id="31758" name="Object 2148">
                        <a:extLst>
                          <a:ext uri="{FF2B5EF4-FFF2-40B4-BE49-F238E27FC236}">
                            <a16:creationId xmlns:a16="http://schemas.microsoft.com/office/drawing/2014/main" id="{08D3F421-12DD-2F67-61A9-8C7DFE28DE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4876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9" name="Object 2149">
            <a:extLst>
              <a:ext uri="{FF2B5EF4-FFF2-40B4-BE49-F238E27FC236}">
                <a16:creationId xmlns:a16="http://schemas.microsoft.com/office/drawing/2014/main" id="{D5A53853-3BD5-B9CA-028E-A466EE897C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79279" imgH="380835" progId="Equation.3">
                  <p:embed/>
                </p:oleObj>
              </mc:Choice>
              <mc:Fallback>
                <p:oleObj name="Equation" r:id="rId20" imgW="279279" imgH="380835" progId="Equation.3">
                  <p:embed/>
                  <p:pic>
                    <p:nvPicPr>
                      <p:cNvPr id="31759" name="Object 2149">
                        <a:extLst>
                          <a:ext uri="{FF2B5EF4-FFF2-40B4-BE49-F238E27FC236}">
                            <a16:creationId xmlns:a16="http://schemas.microsoft.com/office/drawing/2014/main" id="{D5A53853-3BD5-B9CA-028E-A466EE897C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76" name="Freeform 2150">
            <a:extLst>
              <a:ext uri="{FF2B5EF4-FFF2-40B4-BE49-F238E27FC236}">
                <a16:creationId xmlns:a16="http://schemas.microsoft.com/office/drawing/2014/main" id="{CB980F6F-F438-C481-8DAC-C4ECDBA8B659}"/>
              </a:ext>
            </a:extLst>
          </p:cNvPr>
          <p:cNvSpPr>
            <a:spLocks/>
          </p:cNvSpPr>
          <p:nvPr/>
        </p:nvSpPr>
        <p:spPr bwMode="auto">
          <a:xfrm>
            <a:off x="7924800" y="3276600"/>
            <a:ext cx="660400" cy="850900"/>
          </a:xfrm>
          <a:custGeom>
            <a:avLst/>
            <a:gdLst>
              <a:gd name="T0" fmla="*/ 383063737 w 416"/>
              <a:gd name="T1" fmla="*/ 1350803532 h 536"/>
              <a:gd name="T2" fmla="*/ 20161250 w 416"/>
              <a:gd name="T3" fmla="*/ 504031219 h 536"/>
              <a:gd name="T4" fmla="*/ 504031301 w 416"/>
              <a:gd name="T5" fmla="*/ 20161247 h 536"/>
              <a:gd name="T6" fmla="*/ 987901357 w 416"/>
              <a:gd name="T7" fmla="*/ 383063675 h 536"/>
              <a:gd name="T8" fmla="*/ 866933892 w 416"/>
              <a:gd name="T9" fmla="*/ 1229836087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1760" name="Object 2151">
            <a:extLst>
              <a:ext uri="{FF2B5EF4-FFF2-40B4-BE49-F238E27FC236}">
                <a16:creationId xmlns:a16="http://schemas.microsoft.com/office/drawing/2014/main" id="{F425250B-C290-6DC2-F3A6-19B750F6C5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37501" y="28321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672808" imgH="444307" progId="Equation.3">
                  <p:embed/>
                </p:oleObj>
              </mc:Choice>
              <mc:Fallback>
                <p:oleObj name="Equation" r:id="rId21" imgW="672808" imgH="444307" progId="Equation.3">
                  <p:embed/>
                  <p:pic>
                    <p:nvPicPr>
                      <p:cNvPr id="31760" name="Object 2151">
                        <a:extLst>
                          <a:ext uri="{FF2B5EF4-FFF2-40B4-BE49-F238E27FC236}">
                            <a16:creationId xmlns:a16="http://schemas.microsoft.com/office/drawing/2014/main" id="{F425250B-C290-6DC2-F3A6-19B750F6C5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7501" y="28321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77" name="Line 2152">
            <a:extLst>
              <a:ext uri="{FF2B5EF4-FFF2-40B4-BE49-F238E27FC236}">
                <a16:creationId xmlns:a16="http://schemas.microsoft.com/office/drawing/2014/main" id="{A113EA91-5448-8539-6BD6-E559F9C257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96200" y="4572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78" name="Freeform 2153">
            <a:extLst>
              <a:ext uri="{FF2B5EF4-FFF2-40B4-BE49-F238E27FC236}">
                <a16:creationId xmlns:a16="http://schemas.microsoft.com/office/drawing/2014/main" id="{53733807-0726-0FB3-344A-1023A5B35C83}"/>
              </a:ext>
            </a:extLst>
          </p:cNvPr>
          <p:cNvSpPr>
            <a:spLocks/>
          </p:cNvSpPr>
          <p:nvPr/>
        </p:nvSpPr>
        <p:spPr bwMode="auto">
          <a:xfrm>
            <a:off x="6400800" y="4419600"/>
            <a:ext cx="1752600" cy="990600"/>
          </a:xfrm>
          <a:custGeom>
            <a:avLst/>
            <a:gdLst>
              <a:gd name="T0" fmla="*/ 0 w 1104"/>
              <a:gd name="T1" fmla="*/ 1572577282 h 624"/>
              <a:gd name="T2" fmla="*/ 1088707415 w 1104"/>
              <a:gd name="T3" fmla="*/ 483870009 h 624"/>
              <a:gd name="T4" fmla="*/ 2147483647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1779" name="Freeform 2154">
            <a:extLst>
              <a:ext uri="{FF2B5EF4-FFF2-40B4-BE49-F238E27FC236}">
                <a16:creationId xmlns:a16="http://schemas.microsoft.com/office/drawing/2014/main" id="{4159DA15-8138-41C6-6B27-C8D33DFECE8F}"/>
              </a:ext>
            </a:extLst>
          </p:cNvPr>
          <p:cNvSpPr>
            <a:spLocks/>
          </p:cNvSpPr>
          <p:nvPr/>
        </p:nvSpPr>
        <p:spPr bwMode="auto">
          <a:xfrm>
            <a:off x="5105400" y="4229100"/>
            <a:ext cx="2971800" cy="1181100"/>
          </a:xfrm>
          <a:custGeom>
            <a:avLst/>
            <a:gdLst>
              <a:gd name="T0" fmla="*/ 0 w 1872"/>
              <a:gd name="T1" fmla="*/ 1874996428 h 744"/>
              <a:gd name="T2" fmla="*/ 1814512820 w 1872"/>
              <a:gd name="T3" fmla="*/ 302418750 h 744"/>
              <a:gd name="T4" fmla="*/ 2147483647 w 1872"/>
              <a:gd name="T5" fmla="*/ 60483755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1780" name="Freeform 2155">
            <a:extLst>
              <a:ext uri="{FF2B5EF4-FFF2-40B4-BE49-F238E27FC236}">
                <a16:creationId xmlns:a16="http://schemas.microsoft.com/office/drawing/2014/main" id="{C26FBF93-92A6-0754-4FB4-24FBAFFE4099}"/>
              </a:ext>
            </a:extLst>
          </p:cNvPr>
          <p:cNvSpPr>
            <a:spLocks/>
          </p:cNvSpPr>
          <p:nvPr/>
        </p:nvSpPr>
        <p:spPr bwMode="auto">
          <a:xfrm>
            <a:off x="3810000" y="3606800"/>
            <a:ext cx="4343400" cy="1803400"/>
          </a:xfrm>
          <a:custGeom>
            <a:avLst/>
            <a:gdLst>
              <a:gd name="T0" fmla="*/ 0 w 2736"/>
              <a:gd name="T1" fmla="*/ 2147483647 h 1136"/>
              <a:gd name="T2" fmla="*/ 1814512646 w 2736"/>
              <a:gd name="T3" fmla="*/ 322579961 h 1136"/>
              <a:gd name="T4" fmla="*/ 2147483647 w 2736"/>
              <a:gd name="T5" fmla="*/ 927417498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pSp>
        <p:nvGrpSpPr>
          <p:cNvPr id="31781" name="Group 2156">
            <a:extLst>
              <a:ext uri="{FF2B5EF4-FFF2-40B4-BE49-F238E27FC236}">
                <a16:creationId xmlns:a16="http://schemas.microsoft.com/office/drawing/2014/main" id="{30533C8D-7DB4-5302-96E8-0CAE49344E9C}"/>
              </a:ext>
            </a:extLst>
          </p:cNvPr>
          <p:cNvGrpSpPr>
            <a:grpSpLocks/>
          </p:cNvGrpSpPr>
          <p:nvPr/>
        </p:nvGrpSpPr>
        <p:grpSpPr bwMode="auto">
          <a:xfrm>
            <a:off x="8534401" y="4597400"/>
            <a:ext cx="900113" cy="609600"/>
            <a:chOff x="4224" y="1824"/>
            <a:chExt cx="567" cy="384"/>
          </a:xfrm>
        </p:grpSpPr>
        <p:graphicFrame>
          <p:nvGraphicFramePr>
            <p:cNvPr id="31762" name="Object 2157">
              <a:extLst>
                <a:ext uri="{FF2B5EF4-FFF2-40B4-BE49-F238E27FC236}">
                  <a16:creationId xmlns:a16="http://schemas.microsoft.com/office/drawing/2014/main" id="{97E2302F-0E8F-2D07-C651-E7AD923022E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672808" imgH="444307" progId="Equation.3">
                    <p:embed/>
                  </p:oleObj>
                </mc:Choice>
                <mc:Fallback>
                  <p:oleObj name="Equation" r:id="rId23" imgW="672808" imgH="444307" progId="Equation.3">
                    <p:embed/>
                    <p:pic>
                      <p:nvPicPr>
                        <p:cNvPr id="31762" name="Object 2157">
                          <a:extLst>
                            <a:ext uri="{FF2B5EF4-FFF2-40B4-BE49-F238E27FC236}">
                              <a16:creationId xmlns:a16="http://schemas.microsoft.com/office/drawing/2014/main" id="{97E2302F-0E8F-2D07-C651-E7AD923022E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82" name="Line 2158">
              <a:extLst>
                <a:ext uri="{FF2B5EF4-FFF2-40B4-BE49-F238E27FC236}">
                  <a16:creationId xmlns:a16="http://schemas.microsoft.com/office/drawing/2014/main" id="{A6A084ED-DA54-897B-852E-E4336575AA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31761" name="Object 2159">
            <a:extLst>
              <a:ext uri="{FF2B5EF4-FFF2-40B4-BE49-F238E27FC236}">
                <a16:creationId xmlns:a16="http://schemas.microsoft.com/office/drawing/2014/main" id="{16EF70F0-E78D-0D33-CA70-1AF572D871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53340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419100" imgH="469900" progId="Equation.3">
                  <p:embed/>
                </p:oleObj>
              </mc:Choice>
              <mc:Fallback>
                <p:oleObj name="Equation" r:id="rId24" imgW="419100" imgH="469900" progId="Equation.3">
                  <p:embed/>
                  <p:pic>
                    <p:nvPicPr>
                      <p:cNvPr id="31761" name="Object 2159">
                        <a:extLst>
                          <a:ext uri="{FF2B5EF4-FFF2-40B4-BE49-F238E27FC236}">
                            <a16:creationId xmlns:a16="http://schemas.microsoft.com/office/drawing/2014/main" id="{16EF70F0-E78D-0D33-CA70-1AF572D871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3340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87" name="Oval 2">
            <a:extLst>
              <a:ext uri="{FF2B5EF4-FFF2-40B4-BE49-F238E27FC236}">
                <a16:creationId xmlns:a16="http://schemas.microsoft.com/office/drawing/2014/main" id="{9750904A-F330-A59B-96B7-65C2A38AF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2788" name="Oval 3">
            <a:extLst>
              <a:ext uri="{FF2B5EF4-FFF2-40B4-BE49-F238E27FC236}">
                <a16:creationId xmlns:a16="http://schemas.microsoft.com/office/drawing/2014/main" id="{B447EB6C-253A-8674-ED4C-0CCC16ED3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53340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2789" name="Oval 4">
            <a:extLst>
              <a:ext uri="{FF2B5EF4-FFF2-40B4-BE49-F238E27FC236}">
                <a16:creationId xmlns:a16="http://schemas.microsoft.com/office/drawing/2014/main" id="{AC2BE5CD-80F1-924C-BC4C-72F3AD576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53340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2790" name="Oval 5">
            <a:extLst>
              <a:ext uri="{FF2B5EF4-FFF2-40B4-BE49-F238E27FC236}">
                <a16:creationId xmlns:a16="http://schemas.microsoft.com/office/drawing/2014/main" id="{56CB63F1-A02B-A2A9-793F-DC34FC75F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68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2791" name="Oval 6">
            <a:extLst>
              <a:ext uri="{FF2B5EF4-FFF2-40B4-BE49-F238E27FC236}">
                <a16:creationId xmlns:a16="http://schemas.microsoft.com/office/drawing/2014/main" id="{FEB8510B-C090-CCAF-8437-A1C400F24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51816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2792" name="Line 7">
            <a:extLst>
              <a:ext uri="{FF2B5EF4-FFF2-40B4-BE49-F238E27FC236}">
                <a16:creationId xmlns:a16="http://schemas.microsoft.com/office/drawing/2014/main" id="{69F3369A-49FA-4D2D-14F2-4A1165AF39D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664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93" name="Line 8">
            <a:extLst>
              <a:ext uri="{FF2B5EF4-FFF2-40B4-BE49-F238E27FC236}">
                <a16:creationId xmlns:a16="http://schemas.microsoft.com/office/drawing/2014/main" id="{4C11E27B-E59C-97BC-5623-2A50EF51259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94" name="Line 9">
            <a:extLst>
              <a:ext uri="{FF2B5EF4-FFF2-40B4-BE49-F238E27FC236}">
                <a16:creationId xmlns:a16="http://schemas.microsoft.com/office/drawing/2014/main" id="{E07254BA-D054-6042-6C08-94EBBF554D7B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56388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95" name="Line 10">
            <a:extLst>
              <a:ext uri="{FF2B5EF4-FFF2-40B4-BE49-F238E27FC236}">
                <a16:creationId xmlns:a16="http://schemas.microsoft.com/office/drawing/2014/main" id="{8CAFD940-9D95-3364-748C-6EDA889E26A0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5638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2770" name="Object 11">
            <a:extLst>
              <a:ext uri="{FF2B5EF4-FFF2-40B4-BE49-F238E27FC236}">
                <a16:creationId xmlns:a16="http://schemas.microsoft.com/office/drawing/2014/main" id="{98DB41F2-FECC-373E-0975-51939C5CDE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53340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32770" name="Object 11">
                        <a:extLst>
                          <a:ext uri="{FF2B5EF4-FFF2-40B4-BE49-F238E27FC236}">
                            <a16:creationId xmlns:a16="http://schemas.microsoft.com/office/drawing/2014/main" id="{98DB41F2-FECC-373E-0975-51939C5CDE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3340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96" name="Oval 12">
            <a:extLst>
              <a:ext uri="{FF2B5EF4-FFF2-40B4-BE49-F238E27FC236}">
                <a16:creationId xmlns:a16="http://schemas.microsoft.com/office/drawing/2014/main" id="{E7B10CE7-1703-08BF-4FE6-D3A58C531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2771" name="Object 13">
            <a:extLst>
              <a:ext uri="{FF2B5EF4-FFF2-40B4-BE49-F238E27FC236}">
                <a16:creationId xmlns:a16="http://schemas.microsoft.com/office/drawing/2014/main" id="{02566FC9-E7E1-DE3B-0AD0-420D75A4CC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38701" y="53340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32771" name="Object 13">
                        <a:extLst>
                          <a:ext uri="{FF2B5EF4-FFF2-40B4-BE49-F238E27FC236}">
                            <a16:creationId xmlns:a16="http://schemas.microsoft.com/office/drawing/2014/main" id="{02566FC9-E7E1-DE3B-0AD0-420D75A4CC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1" y="53340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2" name="Object 14">
            <a:extLst>
              <a:ext uri="{FF2B5EF4-FFF2-40B4-BE49-F238E27FC236}">
                <a16:creationId xmlns:a16="http://schemas.microsoft.com/office/drawing/2014/main" id="{E995DDDF-2385-3BC2-2CD5-59268A2BF9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08701" y="53340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32772" name="Object 14">
                        <a:extLst>
                          <a:ext uri="{FF2B5EF4-FFF2-40B4-BE49-F238E27FC236}">
                            <a16:creationId xmlns:a16="http://schemas.microsoft.com/office/drawing/2014/main" id="{E995DDDF-2385-3BC2-2CD5-59268A2BF9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8701" y="53340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3" name="Object 15">
            <a:extLst>
              <a:ext uri="{FF2B5EF4-FFF2-40B4-BE49-F238E27FC236}">
                <a16:creationId xmlns:a16="http://schemas.microsoft.com/office/drawing/2014/main" id="{CD14AD2A-D96A-1075-A56C-CD947CA3E3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04101" y="53340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32773" name="Object 15">
                        <a:extLst>
                          <a:ext uri="{FF2B5EF4-FFF2-40B4-BE49-F238E27FC236}">
                            <a16:creationId xmlns:a16="http://schemas.microsoft.com/office/drawing/2014/main" id="{CD14AD2A-D96A-1075-A56C-CD947CA3E3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4101" y="53340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4" name="Object 16">
            <a:extLst>
              <a:ext uri="{FF2B5EF4-FFF2-40B4-BE49-F238E27FC236}">
                <a16:creationId xmlns:a16="http://schemas.microsoft.com/office/drawing/2014/main" id="{C12A8A72-65AF-48CC-C816-1B24878319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63000" y="53340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100" imgH="469900" progId="Equation.3">
                  <p:embed/>
                </p:oleObj>
              </mc:Choice>
              <mc:Fallback>
                <p:oleObj name="Equation" r:id="rId10" imgW="419100" imgH="469900" progId="Equation.3">
                  <p:embed/>
                  <p:pic>
                    <p:nvPicPr>
                      <p:cNvPr id="32774" name="Object 16">
                        <a:extLst>
                          <a:ext uri="{FF2B5EF4-FFF2-40B4-BE49-F238E27FC236}">
                            <a16:creationId xmlns:a16="http://schemas.microsoft.com/office/drawing/2014/main" id="{C12A8A72-65AF-48CC-C816-1B24878319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0" y="53340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97" name="Line 17">
            <a:extLst>
              <a:ext uri="{FF2B5EF4-FFF2-40B4-BE49-F238E27FC236}">
                <a16:creationId xmlns:a16="http://schemas.microsoft.com/office/drawing/2014/main" id="{51ECFC42-C058-E992-4815-AFFBA25564B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2775" name="Object 18">
            <a:extLst>
              <a:ext uri="{FF2B5EF4-FFF2-40B4-BE49-F238E27FC236}">
                <a16:creationId xmlns:a16="http://schemas.microsoft.com/office/drawing/2014/main" id="{B9EE6FEF-CB51-5922-BCAB-25045F53E9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533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32775" name="Object 18">
                        <a:extLst>
                          <a:ext uri="{FF2B5EF4-FFF2-40B4-BE49-F238E27FC236}">
                            <a16:creationId xmlns:a16="http://schemas.microsoft.com/office/drawing/2014/main" id="{B9EE6FEF-CB51-5922-BCAB-25045F53E9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533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6" name="Object 19">
            <a:extLst>
              <a:ext uri="{FF2B5EF4-FFF2-40B4-BE49-F238E27FC236}">
                <a16:creationId xmlns:a16="http://schemas.microsoft.com/office/drawing/2014/main" id="{10AA59A7-7324-C098-4721-6E69B0B548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0" y="525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32776" name="Object 19">
                        <a:extLst>
                          <a:ext uri="{FF2B5EF4-FFF2-40B4-BE49-F238E27FC236}">
                            <a16:creationId xmlns:a16="http://schemas.microsoft.com/office/drawing/2014/main" id="{10AA59A7-7324-C098-4721-6E69B0B548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525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7" name="Object 20">
            <a:extLst>
              <a:ext uri="{FF2B5EF4-FFF2-40B4-BE49-F238E27FC236}">
                <a16:creationId xmlns:a16="http://schemas.microsoft.com/office/drawing/2014/main" id="{B9974EA1-0A44-4C41-4C96-3407DB9B1F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1800" y="525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32777" name="Object 20">
                        <a:extLst>
                          <a:ext uri="{FF2B5EF4-FFF2-40B4-BE49-F238E27FC236}">
                            <a16:creationId xmlns:a16="http://schemas.microsoft.com/office/drawing/2014/main" id="{B9974EA1-0A44-4C41-4C96-3407DB9B1F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525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8" name="Object 21">
            <a:extLst>
              <a:ext uri="{FF2B5EF4-FFF2-40B4-BE49-F238E27FC236}">
                <a16:creationId xmlns:a16="http://schemas.microsoft.com/office/drawing/2014/main" id="{749BD356-9836-3145-9057-C00A2C3C6C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77201" y="533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32778" name="Object 21">
                        <a:extLst>
                          <a:ext uri="{FF2B5EF4-FFF2-40B4-BE49-F238E27FC236}">
                            <a16:creationId xmlns:a16="http://schemas.microsoft.com/office/drawing/2014/main" id="{749BD356-9836-3145-9057-C00A2C3C6C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1" y="533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98" name="Oval 22">
            <a:extLst>
              <a:ext uri="{FF2B5EF4-FFF2-40B4-BE49-F238E27FC236}">
                <a16:creationId xmlns:a16="http://schemas.microsoft.com/office/drawing/2014/main" id="{5CFB7E76-191D-4D8B-D68C-D3FE0B848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9900" y="40513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2779" name="Object 23">
            <a:extLst>
              <a:ext uri="{FF2B5EF4-FFF2-40B4-BE49-F238E27FC236}">
                <a16:creationId xmlns:a16="http://schemas.microsoft.com/office/drawing/2014/main" id="{0BD647A1-7575-5E56-A16D-01D0129E58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66101" y="40513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06224" imgH="469696" progId="Equation.3">
                  <p:embed/>
                </p:oleObj>
              </mc:Choice>
              <mc:Fallback>
                <p:oleObj name="Equation" r:id="rId17" imgW="406224" imgH="469696" progId="Equation.3">
                  <p:embed/>
                  <p:pic>
                    <p:nvPicPr>
                      <p:cNvPr id="32779" name="Object 23">
                        <a:extLst>
                          <a:ext uri="{FF2B5EF4-FFF2-40B4-BE49-F238E27FC236}">
                            <a16:creationId xmlns:a16="http://schemas.microsoft.com/office/drawing/2014/main" id="{0BD647A1-7575-5E56-A16D-01D0129E58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6101" y="40513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0" name="Object 24">
            <a:extLst>
              <a:ext uri="{FF2B5EF4-FFF2-40B4-BE49-F238E27FC236}">
                <a16:creationId xmlns:a16="http://schemas.microsoft.com/office/drawing/2014/main" id="{49C5F6D5-0E66-59FA-4D94-204B2596FC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32780" name="Object 24">
                        <a:extLst>
                          <a:ext uri="{FF2B5EF4-FFF2-40B4-BE49-F238E27FC236}">
                            <a16:creationId xmlns:a16="http://schemas.microsoft.com/office/drawing/2014/main" id="{49C5F6D5-0E66-59FA-4D94-204B2596FC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1" name="Object 25">
            <a:extLst>
              <a:ext uri="{FF2B5EF4-FFF2-40B4-BE49-F238E27FC236}">
                <a16:creationId xmlns:a16="http://schemas.microsoft.com/office/drawing/2014/main" id="{B4DB9F08-692E-C724-76D5-E0449B343E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8401" y="4953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32781" name="Object 25">
                        <a:extLst>
                          <a:ext uri="{FF2B5EF4-FFF2-40B4-BE49-F238E27FC236}">
                            <a16:creationId xmlns:a16="http://schemas.microsoft.com/office/drawing/2014/main" id="{B4DB9F08-692E-C724-76D5-E0449B343E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1" y="4953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2" name="Object 26">
            <a:extLst>
              <a:ext uri="{FF2B5EF4-FFF2-40B4-BE49-F238E27FC236}">
                <a16:creationId xmlns:a16="http://schemas.microsoft.com/office/drawing/2014/main" id="{4B608187-C498-4C1E-DD99-5784FE3486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43800" y="4876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79279" imgH="380835" progId="Equation.3">
                  <p:embed/>
                </p:oleObj>
              </mc:Choice>
              <mc:Fallback>
                <p:oleObj name="Equation" r:id="rId20" imgW="279279" imgH="380835" progId="Equation.3">
                  <p:embed/>
                  <p:pic>
                    <p:nvPicPr>
                      <p:cNvPr id="32782" name="Object 26">
                        <a:extLst>
                          <a:ext uri="{FF2B5EF4-FFF2-40B4-BE49-F238E27FC236}">
                            <a16:creationId xmlns:a16="http://schemas.microsoft.com/office/drawing/2014/main" id="{4B608187-C498-4C1E-DD99-5784FE3486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4876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3" name="Object 27">
            <a:extLst>
              <a:ext uri="{FF2B5EF4-FFF2-40B4-BE49-F238E27FC236}">
                <a16:creationId xmlns:a16="http://schemas.microsoft.com/office/drawing/2014/main" id="{0054B550-A568-133B-E29B-66704BFA72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79279" imgH="380835" progId="Equation.3">
                  <p:embed/>
                </p:oleObj>
              </mc:Choice>
              <mc:Fallback>
                <p:oleObj name="Equation" r:id="rId20" imgW="279279" imgH="380835" progId="Equation.3">
                  <p:embed/>
                  <p:pic>
                    <p:nvPicPr>
                      <p:cNvPr id="32783" name="Object 27">
                        <a:extLst>
                          <a:ext uri="{FF2B5EF4-FFF2-40B4-BE49-F238E27FC236}">
                            <a16:creationId xmlns:a16="http://schemas.microsoft.com/office/drawing/2014/main" id="{0054B550-A568-133B-E29B-66704BFA72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99" name="Freeform 28">
            <a:extLst>
              <a:ext uri="{FF2B5EF4-FFF2-40B4-BE49-F238E27FC236}">
                <a16:creationId xmlns:a16="http://schemas.microsoft.com/office/drawing/2014/main" id="{1C80B050-9BBD-0629-6A8A-59170AF8DA8B}"/>
              </a:ext>
            </a:extLst>
          </p:cNvPr>
          <p:cNvSpPr>
            <a:spLocks/>
          </p:cNvSpPr>
          <p:nvPr/>
        </p:nvSpPr>
        <p:spPr bwMode="auto">
          <a:xfrm>
            <a:off x="7924800" y="3276600"/>
            <a:ext cx="660400" cy="850900"/>
          </a:xfrm>
          <a:custGeom>
            <a:avLst/>
            <a:gdLst>
              <a:gd name="T0" fmla="*/ 383063737 w 416"/>
              <a:gd name="T1" fmla="*/ 1350803532 h 536"/>
              <a:gd name="T2" fmla="*/ 20161250 w 416"/>
              <a:gd name="T3" fmla="*/ 504031219 h 536"/>
              <a:gd name="T4" fmla="*/ 504031301 w 416"/>
              <a:gd name="T5" fmla="*/ 20161247 h 536"/>
              <a:gd name="T6" fmla="*/ 987901357 w 416"/>
              <a:gd name="T7" fmla="*/ 383063675 h 536"/>
              <a:gd name="T8" fmla="*/ 866933892 w 416"/>
              <a:gd name="T9" fmla="*/ 1229836087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2784" name="Object 29">
            <a:extLst>
              <a:ext uri="{FF2B5EF4-FFF2-40B4-BE49-F238E27FC236}">
                <a16:creationId xmlns:a16="http://schemas.microsoft.com/office/drawing/2014/main" id="{B02F9AFE-9ED1-28C0-E169-6A0BDD66A8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37501" y="28321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672808" imgH="444307" progId="Equation.3">
                  <p:embed/>
                </p:oleObj>
              </mc:Choice>
              <mc:Fallback>
                <p:oleObj name="Equation" r:id="rId21" imgW="672808" imgH="444307" progId="Equation.3">
                  <p:embed/>
                  <p:pic>
                    <p:nvPicPr>
                      <p:cNvPr id="32784" name="Object 29">
                        <a:extLst>
                          <a:ext uri="{FF2B5EF4-FFF2-40B4-BE49-F238E27FC236}">
                            <a16:creationId xmlns:a16="http://schemas.microsoft.com/office/drawing/2014/main" id="{B02F9AFE-9ED1-28C0-E169-6A0BDD66A8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7501" y="28321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00" name="Line 30">
            <a:extLst>
              <a:ext uri="{FF2B5EF4-FFF2-40B4-BE49-F238E27FC236}">
                <a16:creationId xmlns:a16="http://schemas.microsoft.com/office/drawing/2014/main" id="{B6C5D23C-E0A6-8666-4148-C9CD7A151D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96200" y="4572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801" name="Freeform 31">
            <a:extLst>
              <a:ext uri="{FF2B5EF4-FFF2-40B4-BE49-F238E27FC236}">
                <a16:creationId xmlns:a16="http://schemas.microsoft.com/office/drawing/2014/main" id="{EE4041BE-6D7A-7766-37C5-3E17E660789B}"/>
              </a:ext>
            </a:extLst>
          </p:cNvPr>
          <p:cNvSpPr>
            <a:spLocks/>
          </p:cNvSpPr>
          <p:nvPr/>
        </p:nvSpPr>
        <p:spPr bwMode="auto">
          <a:xfrm>
            <a:off x="6400800" y="4419600"/>
            <a:ext cx="1752600" cy="990600"/>
          </a:xfrm>
          <a:custGeom>
            <a:avLst/>
            <a:gdLst>
              <a:gd name="T0" fmla="*/ 0 w 1104"/>
              <a:gd name="T1" fmla="*/ 1572577282 h 624"/>
              <a:gd name="T2" fmla="*/ 1088707415 w 1104"/>
              <a:gd name="T3" fmla="*/ 483870009 h 624"/>
              <a:gd name="T4" fmla="*/ 2147483647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2802" name="Freeform 32">
            <a:extLst>
              <a:ext uri="{FF2B5EF4-FFF2-40B4-BE49-F238E27FC236}">
                <a16:creationId xmlns:a16="http://schemas.microsoft.com/office/drawing/2014/main" id="{72A66C52-824A-8DF4-9F5D-3BF0DBBAA70B}"/>
              </a:ext>
            </a:extLst>
          </p:cNvPr>
          <p:cNvSpPr>
            <a:spLocks/>
          </p:cNvSpPr>
          <p:nvPr/>
        </p:nvSpPr>
        <p:spPr bwMode="auto">
          <a:xfrm>
            <a:off x="5105400" y="4229100"/>
            <a:ext cx="2971800" cy="1181100"/>
          </a:xfrm>
          <a:custGeom>
            <a:avLst/>
            <a:gdLst>
              <a:gd name="T0" fmla="*/ 0 w 1872"/>
              <a:gd name="T1" fmla="*/ 1874996428 h 744"/>
              <a:gd name="T2" fmla="*/ 1814512820 w 1872"/>
              <a:gd name="T3" fmla="*/ 302418750 h 744"/>
              <a:gd name="T4" fmla="*/ 2147483647 w 1872"/>
              <a:gd name="T5" fmla="*/ 60483755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2803" name="Freeform 33">
            <a:extLst>
              <a:ext uri="{FF2B5EF4-FFF2-40B4-BE49-F238E27FC236}">
                <a16:creationId xmlns:a16="http://schemas.microsoft.com/office/drawing/2014/main" id="{1352D776-8A16-5605-4406-AFA0E226CAB4}"/>
              </a:ext>
            </a:extLst>
          </p:cNvPr>
          <p:cNvSpPr>
            <a:spLocks/>
          </p:cNvSpPr>
          <p:nvPr/>
        </p:nvSpPr>
        <p:spPr bwMode="auto">
          <a:xfrm>
            <a:off x="3810000" y="3606800"/>
            <a:ext cx="4343400" cy="1803400"/>
          </a:xfrm>
          <a:custGeom>
            <a:avLst/>
            <a:gdLst>
              <a:gd name="T0" fmla="*/ 0 w 2736"/>
              <a:gd name="T1" fmla="*/ 2147483647 h 1136"/>
              <a:gd name="T2" fmla="*/ 1814512646 w 2736"/>
              <a:gd name="T3" fmla="*/ 322579961 h 1136"/>
              <a:gd name="T4" fmla="*/ 2147483647 w 2736"/>
              <a:gd name="T5" fmla="*/ 927417498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pSp>
        <p:nvGrpSpPr>
          <p:cNvPr id="32804" name="Group 34">
            <a:extLst>
              <a:ext uri="{FF2B5EF4-FFF2-40B4-BE49-F238E27FC236}">
                <a16:creationId xmlns:a16="http://schemas.microsoft.com/office/drawing/2014/main" id="{6E5ADD61-FAF8-69C9-91D0-1B56AF68241F}"/>
              </a:ext>
            </a:extLst>
          </p:cNvPr>
          <p:cNvGrpSpPr>
            <a:grpSpLocks/>
          </p:cNvGrpSpPr>
          <p:nvPr/>
        </p:nvGrpSpPr>
        <p:grpSpPr bwMode="auto">
          <a:xfrm>
            <a:off x="8534401" y="4597400"/>
            <a:ext cx="900113" cy="609600"/>
            <a:chOff x="4224" y="1824"/>
            <a:chExt cx="567" cy="384"/>
          </a:xfrm>
        </p:grpSpPr>
        <p:graphicFrame>
          <p:nvGraphicFramePr>
            <p:cNvPr id="32786" name="Object 35">
              <a:extLst>
                <a:ext uri="{FF2B5EF4-FFF2-40B4-BE49-F238E27FC236}">
                  <a16:creationId xmlns:a16="http://schemas.microsoft.com/office/drawing/2014/main" id="{36DA06CF-1CC5-5D3C-566A-6533787AEDB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672808" imgH="444307" progId="Equation.3">
                    <p:embed/>
                  </p:oleObj>
                </mc:Choice>
                <mc:Fallback>
                  <p:oleObj name="Equation" r:id="rId23" imgW="672808" imgH="444307" progId="Equation.3">
                    <p:embed/>
                    <p:pic>
                      <p:nvPicPr>
                        <p:cNvPr id="32786" name="Object 35">
                          <a:extLst>
                            <a:ext uri="{FF2B5EF4-FFF2-40B4-BE49-F238E27FC236}">
                              <a16:creationId xmlns:a16="http://schemas.microsoft.com/office/drawing/2014/main" id="{36DA06CF-1CC5-5D3C-566A-6533787AEDB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05" name="Line 36">
              <a:extLst>
                <a:ext uri="{FF2B5EF4-FFF2-40B4-BE49-F238E27FC236}">
                  <a16:creationId xmlns:a16="http://schemas.microsoft.com/office/drawing/2014/main" id="{3FD96812-DEA6-17BE-F503-EB909D89AC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32785" name="Object 37">
            <a:extLst>
              <a:ext uri="{FF2B5EF4-FFF2-40B4-BE49-F238E27FC236}">
                <a16:creationId xmlns:a16="http://schemas.microsoft.com/office/drawing/2014/main" id="{B74501DC-2827-086C-D492-82C66C5BD0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8200" y="1295400"/>
          <a:ext cx="2514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514600" imgH="583920" progId="Equation.3">
                  <p:embed/>
                </p:oleObj>
              </mc:Choice>
              <mc:Fallback>
                <p:oleObj name="Equation" r:id="rId24" imgW="2514600" imgH="583920" progId="Equation.3">
                  <p:embed/>
                  <p:pic>
                    <p:nvPicPr>
                      <p:cNvPr id="32785" name="Object 37">
                        <a:extLst>
                          <a:ext uri="{FF2B5EF4-FFF2-40B4-BE49-F238E27FC236}">
                            <a16:creationId xmlns:a16="http://schemas.microsoft.com/office/drawing/2014/main" id="{B74501DC-2827-086C-D492-82C66C5BD0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1295400"/>
                        <a:ext cx="2514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32" name="Rectangle 1026">
            <a:extLst>
              <a:ext uri="{FF2B5EF4-FFF2-40B4-BE49-F238E27FC236}">
                <a16:creationId xmlns:a16="http://schemas.microsoft.com/office/drawing/2014/main" id="{7EA26E13-09BF-1B97-25E1-BA3792C251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0" y="0"/>
            <a:ext cx="88392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/>
              <a:t>Transition Function</a:t>
            </a:r>
          </a:p>
        </p:txBody>
      </p:sp>
      <p:sp>
        <p:nvSpPr>
          <p:cNvPr id="33833" name="Rectangle 1027">
            <a:extLst>
              <a:ext uri="{FF2B5EF4-FFF2-40B4-BE49-F238E27FC236}">
                <a16:creationId xmlns:a16="http://schemas.microsoft.com/office/drawing/2014/main" id="{16D040B1-41CB-9EB1-8BD5-AD448A1180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 </a:t>
            </a:r>
          </a:p>
        </p:txBody>
      </p:sp>
      <p:graphicFrame>
        <p:nvGraphicFramePr>
          <p:cNvPr id="33794" name="Object 1028">
            <a:extLst>
              <a:ext uri="{FF2B5EF4-FFF2-40B4-BE49-F238E27FC236}">
                <a16:creationId xmlns:a16="http://schemas.microsoft.com/office/drawing/2014/main" id="{1B7F6999-82F1-BB9A-FDF3-4AB79567B1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152401"/>
          <a:ext cx="3302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0200" imgH="419100" progId="Equation.3">
                  <p:embed/>
                </p:oleObj>
              </mc:Choice>
              <mc:Fallback>
                <p:oleObj name="Equation" r:id="rId2" imgW="330200" imgH="419100" progId="Equation.3">
                  <p:embed/>
                  <p:pic>
                    <p:nvPicPr>
                      <p:cNvPr id="33794" name="Object 1028">
                        <a:extLst>
                          <a:ext uri="{FF2B5EF4-FFF2-40B4-BE49-F238E27FC236}">
                            <a16:creationId xmlns:a16="http://schemas.microsoft.com/office/drawing/2014/main" id="{1B7F6999-82F1-BB9A-FDF3-4AB79567B1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152401"/>
                        <a:ext cx="33020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34" name="Oval 1029">
            <a:extLst>
              <a:ext uri="{FF2B5EF4-FFF2-40B4-BE49-F238E27FC236}">
                <a16:creationId xmlns:a16="http://schemas.microsoft.com/office/drawing/2014/main" id="{1D4DEEC5-A667-1FF0-AA15-C0465BFE5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5613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3835" name="Oval 1030">
            <a:extLst>
              <a:ext uri="{FF2B5EF4-FFF2-40B4-BE49-F238E27FC236}">
                <a16:creationId xmlns:a16="http://schemas.microsoft.com/office/drawing/2014/main" id="{C337B7F7-4192-C735-2176-937784161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5613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3836" name="Oval 1031">
            <a:extLst>
              <a:ext uri="{FF2B5EF4-FFF2-40B4-BE49-F238E27FC236}">
                <a16:creationId xmlns:a16="http://schemas.microsoft.com/office/drawing/2014/main" id="{76750F00-AFFB-153E-8331-C4A3DFD35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5613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3837" name="Oval 1032">
            <a:extLst>
              <a:ext uri="{FF2B5EF4-FFF2-40B4-BE49-F238E27FC236}">
                <a16:creationId xmlns:a16="http://schemas.microsoft.com/office/drawing/2014/main" id="{B7012CB4-547C-8036-59FC-8DB4426EB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3600" y="5613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3838" name="Line 1033">
            <a:extLst>
              <a:ext uri="{FF2B5EF4-FFF2-40B4-BE49-F238E27FC236}">
                <a16:creationId xmlns:a16="http://schemas.microsoft.com/office/drawing/2014/main" id="{F2BFD8DF-3F1B-CE25-70E2-5329516D283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5943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39" name="Line 1034">
            <a:extLst>
              <a:ext uri="{FF2B5EF4-FFF2-40B4-BE49-F238E27FC236}">
                <a16:creationId xmlns:a16="http://schemas.microsoft.com/office/drawing/2014/main" id="{64DE7A3C-A627-82ED-6A7F-9683290F9DF5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59182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40" name="Line 1035">
            <a:extLst>
              <a:ext uri="{FF2B5EF4-FFF2-40B4-BE49-F238E27FC236}">
                <a16:creationId xmlns:a16="http://schemas.microsoft.com/office/drawing/2014/main" id="{7F10BADF-ABF8-C9A7-5E14-C82464DD3B25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59182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41" name="Line 1036">
            <a:extLst>
              <a:ext uri="{FF2B5EF4-FFF2-40B4-BE49-F238E27FC236}">
                <a16:creationId xmlns:a16="http://schemas.microsoft.com/office/drawing/2014/main" id="{C5866705-92AD-AD05-9C4B-4A8E9DB1A3C9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5400" y="59182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3795" name="Object 1037">
            <a:extLst>
              <a:ext uri="{FF2B5EF4-FFF2-40B4-BE49-F238E27FC236}">
                <a16:creationId xmlns:a16="http://schemas.microsoft.com/office/drawing/2014/main" id="{07112AA5-0C97-D126-9BAB-D192449A99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56134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9100" imgH="469900" progId="Equation.3">
                  <p:embed/>
                </p:oleObj>
              </mc:Choice>
              <mc:Fallback>
                <p:oleObj name="Equation" r:id="rId4" imgW="419100" imgH="469900" progId="Equation.3">
                  <p:embed/>
                  <p:pic>
                    <p:nvPicPr>
                      <p:cNvPr id="33795" name="Object 1037">
                        <a:extLst>
                          <a:ext uri="{FF2B5EF4-FFF2-40B4-BE49-F238E27FC236}">
                            <a16:creationId xmlns:a16="http://schemas.microsoft.com/office/drawing/2014/main" id="{07112AA5-0C97-D126-9BAB-D192449A99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6134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42" name="Oval 1038">
            <a:extLst>
              <a:ext uri="{FF2B5EF4-FFF2-40B4-BE49-F238E27FC236}">
                <a16:creationId xmlns:a16="http://schemas.microsoft.com/office/drawing/2014/main" id="{B6424D5F-539F-0465-4F6B-EE0465332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5613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3796" name="Object 1039">
            <a:extLst>
              <a:ext uri="{FF2B5EF4-FFF2-40B4-BE49-F238E27FC236}">
                <a16:creationId xmlns:a16="http://schemas.microsoft.com/office/drawing/2014/main" id="{D173CE4D-08C3-F043-1F30-B1284C477A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05501" y="56134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2751" imgH="469696" progId="Equation.3">
                  <p:embed/>
                </p:oleObj>
              </mc:Choice>
              <mc:Fallback>
                <p:oleObj name="Equation" r:id="rId6" imgW="342751" imgH="469696" progId="Equation.3">
                  <p:embed/>
                  <p:pic>
                    <p:nvPicPr>
                      <p:cNvPr id="33796" name="Object 1039">
                        <a:extLst>
                          <a:ext uri="{FF2B5EF4-FFF2-40B4-BE49-F238E27FC236}">
                            <a16:creationId xmlns:a16="http://schemas.microsoft.com/office/drawing/2014/main" id="{D173CE4D-08C3-F043-1F30-B1284C477A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5501" y="56134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7" name="Object 1040">
            <a:extLst>
              <a:ext uri="{FF2B5EF4-FFF2-40B4-BE49-F238E27FC236}">
                <a16:creationId xmlns:a16="http://schemas.microsoft.com/office/drawing/2014/main" id="{83EC7BE3-A7E7-066F-9856-44A6D623F5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75501" y="56134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33797" name="Object 1040">
                        <a:extLst>
                          <a:ext uri="{FF2B5EF4-FFF2-40B4-BE49-F238E27FC236}">
                            <a16:creationId xmlns:a16="http://schemas.microsoft.com/office/drawing/2014/main" id="{83EC7BE3-A7E7-066F-9856-44A6D623F5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1" y="56134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8" name="Object 1041">
            <a:extLst>
              <a:ext uri="{FF2B5EF4-FFF2-40B4-BE49-F238E27FC236}">
                <a16:creationId xmlns:a16="http://schemas.microsoft.com/office/drawing/2014/main" id="{F8C0FF5C-7579-E01E-0E36-B92B45B38E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70901" y="56134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93529" imgH="469696" progId="Equation.3">
                  <p:embed/>
                </p:oleObj>
              </mc:Choice>
              <mc:Fallback>
                <p:oleObj name="Equation" r:id="rId10" imgW="393529" imgH="469696" progId="Equation.3">
                  <p:embed/>
                  <p:pic>
                    <p:nvPicPr>
                      <p:cNvPr id="33798" name="Object 1041">
                        <a:extLst>
                          <a:ext uri="{FF2B5EF4-FFF2-40B4-BE49-F238E27FC236}">
                            <a16:creationId xmlns:a16="http://schemas.microsoft.com/office/drawing/2014/main" id="{F8C0FF5C-7579-E01E-0E36-B92B45B38E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0901" y="56134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9" name="Object 1042">
            <a:extLst>
              <a:ext uri="{FF2B5EF4-FFF2-40B4-BE49-F238E27FC236}">
                <a16:creationId xmlns:a16="http://schemas.microsoft.com/office/drawing/2014/main" id="{27193DE2-C283-83D4-F24A-17223E8AF6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29800" y="56134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19100" imgH="469900" progId="Equation.3">
                  <p:embed/>
                </p:oleObj>
              </mc:Choice>
              <mc:Fallback>
                <p:oleObj name="Equation" r:id="rId12" imgW="419100" imgH="469900" progId="Equation.3">
                  <p:embed/>
                  <p:pic>
                    <p:nvPicPr>
                      <p:cNvPr id="33799" name="Object 1042">
                        <a:extLst>
                          <a:ext uri="{FF2B5EF4-FFF2-40B4-BE49-F238E27FC236}">
                            <a16:creationId xmlns:a16="http://schemas.microsoft.com/office/drawing/2014/main" id="{27193DE2-C283-83D4-F24A-17223E8AF6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9800" y="56134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43" name="Line 1043">
            <a:extLst>
              <a:ext uri="{FF2B5EF4-FFF2-40B4-BE49-F238E27FC236}">
                <a16:creationId xmlns:a16="http://schemas.microsoft.com/office/drawing/2014/main" id="{D1BE9E82-5DAD-54DD-3071-CEFF6AD81B95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59182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3800" name="Object 1044">
            <a:extLst>
              <a:ext uri="{FF2B5EF4-FFF2-40B4-BE49-F238E27FC236}">
                <a16:creationId xmlns:a16="http://schemas.microsoft.com/office/drawing/2014/main" id="{4B99CF61-C981-DB15-58CB-C3268404FC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1" y="5613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33800" name="Object 1044">
                        <a:extLst>
                          <a:ext uri="{FF2B5EF4-FFF2-40B4-BE49-F238E27FC236}">
                            <a16:creationId xmlns:a16="http://schemas.microsoft.com/office/drawing/2014/main" id="{4B99CF61-C981-DB15-58CB-C3268404FC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1" y="5613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1" name="Object 1045">
            <a:extLst>
              <a:ext uri="{FF2B5EF4-FFF2-40B4-BE49-F238E27FC236}">
                <a16:creationId xmlns:a16="http://schemas.microsoft.com/office/drawing/2014/main" id="{023069BA-36FF-72CB-03B9-BD3E99593C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53200" y="55372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33801" name="Object 1045">
                        <a:extLst>
                          <a:ext uri="{FF2B5EF4-FFF2-40B4-BE49-F238E27FC236}">
                            <a16:creationId xmlns:a16="http://schemas.microsoft.com/office/drawing/2014/main" id="{023069BA-36FF-72CB-03B9-BD3E99593C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55372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2" name="Object 1046">
            <a:extLst>
              <a:ext uri="{FF2B5EF4-FFF2-40B4-BE49-F238E27FC236}">
                <a16:creationId xmlns:a16="http://schemas.microsoft.com/office/drawing/2014/main" id="{727D874A-D7C6-0D27-73FD-3E34100185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48600" y="55372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33802" name="Object 1046">
                        <a:extLst>
                          <a:ext uri="{FF2B5EF4-FFF2-40B4-BE49-F238E27FC236}">
                            <a16:creationId xmlns:a16="http://schemas.microsoft.com/office/drawing/2014/main" id="{727D874A-D7C6-0D27-73FD-3E34100185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55372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3" name="Object 1047">
            <a:extLst>
              <a:ext uri="{FF2B5EF4-FFF2-40B4-BE49-F238E27FC236}">
                <a16:creationId xmlns:a16="http://schemas.microsoft.com/office/drawing/2014/main" id="{94604341-C7B7-8F16-9DC9-4ACABE98C8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1" y="5613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33803" name="Object 1047">
                        <a:extLst>
                          <a:ext uri="{FF2B5EF4-FFF2-40B4-BE49-F238E27FC236}">
                            <a16:creationId xmlns:a16="http://schemas.microsoft.com/office/drawing/2014/main" id="{94604341-C7B7-8F16-9DC9-4ACABE98C8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1" y="5613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44" name="Oval 1048">
            <a:extLst>
              <a:ext uri="{FF2B5EF4-FFF2-40B4-BE49-F238E27FC236}">
                <a16:creationId xmlns:a16="http://schemas.microsoft.com/office/drawing/2014/main" id="{7E1C9E99-4643-5CE4-15B7-D86C62719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6700" y="43307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3804" name="Object 1049">
            <a:extLst>
              <a:ext uri="{FF2B5EF4-FFF2-40B4-BE49-F238E27FC236}">
                <a16:creationId xmlns:a16="http://schemas.microsoft.com/office/drawing/2014/main" id="{4F57AAC0-3004-CAAE-89D7-243085EF64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32901" y="43307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06224" imgH="469696" progId="Equation.3">
                  <p:embed/>
                </p:oleObj>
              </mc:Choice>
              <mc:Fallback>
                <p:oleObj name="Equation" r:id="rId19" imgW="406224" imgH="469696" progId="Equation.3">
                  <p:embed/>
                  <p:pic>
                    <p:nvPicPr>
                      <p:cNvPr id="33804" name="Object 1049">
                        <a:extLst>
                          <a:ext uri="{FF2B5EF4-FFF2-40B4-BE49-F238E27FC236}">
                            <a16:creationId xmlns:a16="http://schemas.microsoft.com/office/drawing/2014/main" id="{4F57AAC0-3004-CAAE-89D7-243085EF64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32901" y="43307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5" name="Object 1050">
            <a:extLst>
              <a:ext uri="{FF2B5EF4-FFF2-40B4-BE49-F238E27FC236}">
                <a16:creationId xmlns:a16="http://schemas.microsoft.com/office/drawing/2014/main" id="{4A0E57C6-8E94-A6EF-AA34-413EC4FD6E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1" y="5156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33805" name="Object 1050">
                        <a:extLst>
                          <a:ext uri="{FF2B5EF4-FFF2-40B4-BE49-F238E27FC236}">
                            <a16:creationId xmlns:a16="http://schemas.microsoft.com/office/drawing/2014/main" id="{4A0E57C6-8E94-A6EF-AA34-413EC4FD6E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5156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6" name="Object 1051">
            <a:extLst>
              <a:ext uri="{FF2B5EF4-FFF2-40B4-BE49-F238E27FC236}">
                <a16:creationId xmlns:a16="http://schemas.microsoft.com/office/drawing/2014/main" id="{B30269CE-7067-65D1-0121-F7BA047DE1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15201" y="5232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33806" name="Object 1051">
                        <a:extLst>
                          <a:ext uri="{FF2B5EF4-FFF2-40B4-BE49-F238E27FC236}">
                            <a16:creationId xmlns:a16="http://schemas.microsoft.com/office/drawing/2014/main" id="{B30269CE-7067-65D1-0121-F7BA047DE1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1" y="5232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7" name="Object 1052">
            <a:extLst>
              <a:ext uri="{FF2B5EF4-FFF2-40B4-BE49-F238E27FC236}">
                <a16:creationId xmlns:a16="http://schemas.microsoft.com/office/drawing/2014/main" id="{75F87697-0565-4467-E0A6-70EABF956C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10600" y="51562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279" imgH="380835" progId="Equation.3">
                  <p:embed/>
                </p:oleObj>
              </mc:Choice>
              <mc:Fallback>
                <p:oleObj name="Equation" r:id="rId22" imgW="279279" imgH="380835" progId="Equation.3">
                  <p:embed/>
                  <p:pic>
                    <p:nvPicPr>
                      <p:cNvPr id="33807" name="Object 1052">
                        <a:extLst>
                          <a:ext uri="{FF2B5EF4-FFF2-40B4-BE49-F238E27FC236}">
                            <a16:creationId xmlns:a16="http://schemas.microsoft.com/office/drawing/2014/main" id="{75F87697-0565-4467-E0A6-70EABF956C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0" y="51562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8" name="Object 1053">
            <a:extLst>
              <a:ext uri="{FF2B5EF4-FFF2-40B4-BE49-F238E27FC236}">
                <a16:creationId xmlns:a16="http://schemas.microsoft.com/office/drawing/2014/main" id="{FF50C1D8-AC53-D837-F4A5-22221EB9D0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4400" y="50800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79279" imgH="380835" progId="Equation.3">
                  <p:embed/>
                </p:oleObj>
              </mc:Choice>
              <mc:Fallback>
                <p:oleObj name="Equation" r:id="rId23" imgW="279279" imgH="380835" progId="Equation.3">
                  <p:embed/>
                  <p:pic>
                    <p:nvPicPr>
                      <p:cNvPr id="33808" name="Object 1053">
                        <a:extLst>
                          <a:ext uri="{FF2B5EF4-FFF2-40B4-BE49-F238E27FC236}">
                            <a16:creationId xmlns:a16="http://schemas.microsoft.com/office/drawing/2014/main" id="{FF50C1D8-AC53-D837-F4A5-22221EB9D0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50800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45" name="Freeform 1054">
            <a:extLst>
              <a:ext uri="{FF2B5EF4-FFF2-40B4-BE49-F238E27FC236}">
                <a16:creationId xmlns:a16="http://schemas.microsoft.com/office/drawing/2014/main" id="{B79A6AFF-27DE-86B0-1C79-DA6AB4943282}"/>
              </a:ext>
            </a:extLst>
          </p:cNvPr>
          <p:cNvSpPr>
            <a:spLocks/>
          </p:cNvSpPr>
          <p:nvPr/>
        </p:nvSpPr>
        <p:spPr bwMode="auto">
          <a:xfrm>
            <a:off x="8991600" y="3556000"/>
            <a:ext cx="660400" cy="850900"/>
          </a:xfrm>
          <a:custGeom>
            <a:avLst/>
            <a:gdLst>
              <a:gd name="T0" fmla="*/ 383063737 w 416"/>
              <a:gd name="T1" fmla="*/ 1350803532 h 536"/>
              <a:gd name="T2" fmla="*/ 20161250 w 416"/>
              <a:gd name="T3" fmla="*/ 504031219 h 536"/>
              <a:gd name="T4" fmla="*/ 504031301 w 416"/>
              <a:gd name="T5" fmla="*/ 20161247 h 536"/>
              <a:gd name="T6" fmla="*/ 987901357 w 416"/>
              <a:gd name="T7" fmla="*/ 383063675 h 536"/>
              <a:gd name="T8" fmla="*/ 866933892 w 416"/>
              <a:gd name="T9" fmla="*/ 1229836087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3809" name="Object 1055">
            <a:extLst>
              <a:ext uri="{FF2B5EF4-FFF2-40B4-BE49-F238E27FC236}">
                <a16:creationId xmlns:a16="http://schemas.microsoft.com/office/drawing/2014/main" id="{50D22156-CC6B-0B9E-5B47-094F26C757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4301" y="31115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672808" imgH="444307" progId="Equation.3">
                  <p:embed/>
                </p:oleObj>
              </mc:Choice>
              <mc:Fallback>
                <p:oleObj name="Equation" r:id="rId24" imgW="672808" imgH="444307" progId="Equation.3">
                  <p:embed/>
                  <p:pic>
                    <p:nvPicPr>
                      <p:cNvPr id="33809" name="Object 1055">
                        <a:extLst>
                          <a:ext uri="{FF2B5EF4-FFF2-40B4-BE49-F238E27FC236}">
                            <a16:creationId xmlns:a16="http://schemas.microsoft.com/office/drawing/2014/main" id="{50D22156-CC6B-0B9E-5B47-094F26C757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4301" y="31115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46" name="Line 1056">
            <a:extLst>
              <a:ext uri="{FF2B5EF4-FFF2-40B4-BE49-F238E27FC236}">
                <a16:creationId xmlns:a16="http://schemas.microsoft.com/office/drawing/2014/main" id="{2AF29023-E4E1-92F7-A06C-F3526AFAD3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63000" y="48514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47" name="Freeform 1057">
            <a:extLst>
              <a:ext uri="{FF2B5EF4-FFF2-40B4-BE49-F238E27FC236}">
                <a16:creationId xmlns:a16="http://schemas.microsoft.com/office/drawing/2014/main" id="{6CB09A47-9E8D-0261-68BE-AFD8ACCC72EB}"/>
              </a:ext>
            </a:extLst>
          </p:cNvPr>
          <p:cNvSpPr>
            <a:spLocks/>
          </p:cNvSpPr>
          <p:nvPr/>
        </p:nvSpPr>
        <p:spPr bwMode="auto">
          <a:xfrm>
            <a:off x="7467600" y="4699000"/>
            <a:ext cx="1752600" cy="990600"/>
          </a:xfrm>
          <a:custGeom>
            <a:avLst/>
            <a:gdLst>
              <a:gd name="T0" fmla="*/ 0 w 1104"/>
              <a:gd name="T1" fmla="*/ 1572577282 h 624"/>
              <a:gd name="T2" fmla="*/ 1088707415 w 1104"/>
              <a:gd name="T3" fmla="*/ 483870009 h 624"/>
              <a:gd name="T4" fmla="*/ 2147483647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3848" name="Freeform 1058">
            <a:extLst>
              <a:ext uri="{FF2B5EF4-FFF2-40B4-BE49-F238E27FC236}">
                <a16:creationId xmlns:a16="http://schemas.microsoft.com/office/drawing/2014/main" id="{0265EF03-E9C6-772E-8000-67E2D97A5D8F}"/>
              </a:ext>
            </a:extLst>
          </p:cNvPr>
          <p:cNvSpPr>
            <a:spLocks/>
          </p:cNvSpPr>
          <p:nvPr/>
        </p:nvSpPr>
        <p:spPr bwMode="auto">
          <a:xfrm>
            <a:off x="6172200" y="4508500"/>
            <a:ext cx="2971800" cy="1181100"/>
          </a:xfrm>
          <a:custGeom>
            <a:avLst/>
            <a:gdLst>
              <a:gd name="T0" fmla="*/ 0 w 1872"/>
              <a:gd name="T1" fmla="*/ 1874996428 h 744"/>
              <a:gd name="T2" fmla="*/ 1814512820 w 1872"/>
              <a:gd name="T3" fmla="*/ 302418750 h 744"/>
              <a:gd name="T4" fmla="*/ 2147483647 w 1872"/>
              <a:gd name="T5" fmla="*/ 60483755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3849" name="Freeform 1059">
            <a:extLst>
              <a:ext uri="{FF2B5EF4-FFF2-40B4-BE49-F238E27FC236}">
                <a16:creationId xmlns:a16="http://schemas.microsoft.com/office/drawing/2014/main" id="{0B01BE72-080E-3AEB-2B56-60B55017EB3E}"/>
              </a:ext>
            </a:extLst>
          </p:cNvPr>
          <p:cNvSpPr>
            <a:spLocks/>
          </p:cNvSpPr>
          <p:nvPr/>
        </p:nvSpPr>
        <p:spPr bwMode="auto">
          <a:xfrm>
            <a:off x="4876800" y="3886200"/>
            <a:ext cx="4343400" cy="1803400"/>
          </a:xfrm>
          <a:custGeom>
            <a:avLst/>
            <a:gdLst>
              <a:gd name="T0" fmla="*/ 0 w 2736"/>
              <a:gd name="T1" fmla="*/ 2147483647 h 1136"/>
              <a:gd name="T2" fmla="*/ 1814512646 w 2736"/>
              <a:gd name="T3" fmla="*/ 322579961 h 1136"/>
              <a:gd name="T4" fmla="*/ 2147483647 w 2736"/>
              <a:gd name="T5" fmla="*/ 927417498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3850" name="Rectangle 1063">
            <a:extLst>
              <a:ext uri="{FF2B5EF4-FFF2-40B4-BE49-F238E27FC236}">
                <a16:creationId xmlns:a16="http://schemas.microsoft.com/office/drawing/2014/main" id="{04797D75-27E3-630F-AAA4-29B49EA2C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762000"/>
            <a:ext cx="2819400" cy="4267200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3851" name="Line 1064">
            <a:extLst>
              <a:ext uri="{FF2B5EF4-FFF2-40B4-BE49-F238E27FC236}">
                <a16:creationId xmlns:a16="http://schemas.microsoft.com/office/drawing/2014/main" id="{652A5805-19B8-79B9-5B10-DD101C81C1A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762000"/>
            <a:ext cx="0" cy="42672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52" name="Line 1065">
            <a:extLst>
              <a:ext uri="{FF2B5EF4-FFF2-40B4-BE49-F238E27FC236}">
                <a16:creationId xmlns:a16="http://schemas.microsoft.com/office/drawing/2014/main" id="{F6E5D456-7ACB-FB0A-D1B1-D6C7C5E13E56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7620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53" name="Line 1066">
            <a:extLst>
              <a:ext uri="{FF2B5EF4-FFF2-40B4-BE49-F238E27FC236}">
                <a16:creationId xmlns:a16="http://schemas.microsoft.com/office/drawing/2014/main" id="{370726B7-746D-9CEF-DBEC-B01912D77F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1371600"/>
            <a:ext cx="28194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54" name="Line 1067">
            <a:extLst>
              <a:ext uri="{FF2B5EF4-FFF2-40B4-BE49-F238E27FC236}">
                <a16:creationId xmlns:a16="http://schemas.microsoft.com/office/drawing/2014/main" id="{609CBFF5-F009-5C3E-E191-18B7435470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1981200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55" name="Line 1068">
            <a:extLst>
              <a:ext uri="{FF2B5EF4-FFF2-40B4-BE49-F238E27FC236}">
                <a16:creationId xmlns:a16="http://schemas.microsoft.com/office/drawing/2014/main" id="{996A11B4-3B2D-EEE6-5E79-8B199671B2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2590800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56" name="Line 1069">
            <a:extLst>
              <a:ext uri="{FF2B5EF4-FFF2-40B4-BE49-F238E27FC236}">
                <a16:creationId xmlns:a16="http://schemas.microsoft.com/office/drawing/2014/main" id="{F2BF9CCC-6F8D-782E-5F45-0ACBD50077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3200400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57" name="Line 1070">
            <a:extLst>
              <a:ext uri="{FF2B5EF4-FFF2-40B4-BE49-F238E27FC236}">
                <a16:creationId xmlns:a16="http://schemas.microsoft.com/office/drawing/2014/main" id="{F98A0029-7EC5-27B2-76B0-BB9996A6AC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3810000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58" name="Oval 1071">
            <a:extLst>
              <a:ext uri="{FF2B5EF4-FFF2-40B4-BE49-F238E27FC236}">
                <a16:creationId xmlns:a16="http://schemas.microsoft.com/office/drawing/2014/main" id="{67A419E9-2DCF-BC6C-ABD9-85FA639E5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1200" y="54610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3810" name="Object 1072">
            <a:extLst>
              <a:ext uri="{FF2B5EF4-FFF2-40B4-BE49-F238E27FC236}">
                <a16:creationId xmlns:a16="http://schemas.microsoft.com/office/drawing/2014/main" id="{90A318A4-2049-3F89-6CAC-F66F4FE9A2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914401"/>
          <a:ext cx="27940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79279" imgH="342751" progId="Equation.3">
                  <p:embed/>
                </p:oleObj>
              </mc:Choice>
              <mc:Fallback>
                <p:oleObj name="Equation" r:id="rId26" imgW="279279" imgH="342751" progId="Equation.3">
                  <p:embed/>
                  <p:pic>
                    <p:nvPicPr>
                      <p:cNvPr id="33810" name="Object 1072">
                        <a:extLst>
                          <a:ext uri="{FF2B5EF4-FFF2-40B4-BE49-F238E27FC236}">
                            <a16:creationId xmlns:a16="http://schemas.microsoft.com/office/drawing/2014/main" id="{90A318A4-2049-3F89-6CAC-F66F4FE9A2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914401"/>
                        <a:ext cx="279400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1" name="Object 1073">
            <a:extLst>
              <a:ext uri="{FF2B5EF4-FFF2-40B4-BE49-F238E27FC236}">
                <a16:creationId xmlns:a16="http://schemas.microsoft.com/office/drawing/2014/main" id="{2FB1944C-1F89-7662-4365-C9BB5B6120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1" y="990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66584" imgH="279279" progId="Equation.3">
                  <p:embed/>
                </p:oleObj>
              </mc:Choice>
              <mc:Fallback>
                <p:oleObj name="Equation" r:id="rId28" imgW="266584" imgH="279279" progId="Equation.3">
                  <p:embed/>
                  <p:pic>
                    <p:nvPicPr>
                      <p:cNvPr id="33811" name="Object 1073">
                        <a:extLst>
                          <a:ext uri="{FF2B5EF4-FFF2-40B4-BE49-F238E27FC236}">
                            <a16:creationId xmlns:a16="http://schemas.microsoft.com/office/drawing/2014/main" id="{2FB1944C-1F89-7662-4365-C9BB5B6120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1" y="990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2" name="Object 1074">
            <a:extLst>
              <a:ext uri="{FF2B5EF4-FFF2-40B4-BE49-F238E27FC236}">
                <a16:creationId xmlns:a16="http://schemas.microsoft.com/office/drawing/2014/main" id="{EC962227-D411-96C2-0C32-713442E575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914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79279" imgH="380835" progId="Equation.3">
                  <p:embed/>
                </p:oleObj>
              </mc:Choice>
              <mc:Fallback>
                <p:oleObj name="Equation" r:id="rId29" imgW="279279" imgH="380835" progId="Equation.3">
                  <p:embed/>
                  <p:pic>
                    <p:nvPicPr>
                      <p:cNvPr id="33812" name="Object 1074">
                        <a:extLst>
                          <a:ext uri="{FF2B5EF4-FFF2-40B4-BE49-F238E27FC236}">
                            <a16:creationId xmlns:a16="http://schemas.microsoft.com/office/drawing/2014/main" id="{EC962227-D411-96C2-0C32-713442E575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914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3" name="Object 1075">
            <a:extLst>
              <a:ext uri="{FF2B5EF4-FFF2-40B4-BE49-F238E27FC236}">
                <a16:creationId xmlns:a16="http://schemas.microsoft.com/office/drawing/2014/main" id="{EACCA9AB-2E5A-4F1C-7C7C-1937E9F0DE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1447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419100" imgH="469900" progId="Equation.3">
                  <p:embed/>
                </p:oleObj>
              </mc:Choice>
              <mc:Fallback>
                <p:oleObj name="Equation" r:id="rId30" imgW="419100" imgH="469900" progId="Equation.3">
                  <p:embed/>
                  <p:pic>
                    <p:nvPicPr>
                      <p:cNvPr id="33813" name="Object 1075">
                        <a:extLst>
                          <a:ext uri="{FF2B5EF4-FFF2-40B4-BE49-F238E27FC236}">
                            <a16:creationId xmlns:a16="http://schemas.microsoft.com/office/drawing/2014/main" id="{EACCA9AB-2E5A-4F1C-7C7C-1937E9F0DE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447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4" name="Object 1076">
            <a:extLst>
              <a:ext uri="{FF2B5EF4-FFF2-40B4-BE49-F238E27FC236}">
                <a16:creationId xmlns:a16="http://schemas.microsoft.com/office/drawing/2014/main" id="{DD7A9174-3302-7AF7-E1BE-C2E0384B58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1" y="20574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342751" imgH="469696" progId="Equation.3">
                  <p:embed/>
                </p:oleObj>
              </mc:Choice>
              <mc:Fallback>
                <p:oleObj name="Equation" r:id="rId31" imgW="342751" imgH="469696" progId="Equation.3">
                  <p:embed/>
                  <p:pic>
                    <p:nvPicPr>
                      <p:cNvPr id="33814" name="Object 1076">
                        <a:extLst>
                          <a:ext uri="{FF2B5EF4-FFF2-40B4-BE49-F238E27FC236}">
                            <a16:creationId xmlns:a16="http://schemas.microsoft.com/office/drawing/2014/main" id="{DD7A9174-3302-7AF7-E1BE-C2E0384B58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1" y="20574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5" name="Object 1077">
            <a:extLst>
              <a:ext uri="{FF2B5EF4-FFF2-40B4-BE49-F238E27FC236}">
                <a16:creationId xmlns:a16="http://schemas.microsoft.com/office/drawing/2014/main" id="{9B54A355-3E19-ABC0-7D04-58DA59DF16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1" y="26670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393529" imgH="469696" progId="Equation.3">
                  <p:embed/>
                </p:oleObj>
              </mc:Choice>
              <mc:Fallback>
                <p:oleObj name="Equation" r:id="rId32" imgW="393529" imgH="469696" progId="Equation.3">
                  <p:embed/>
                  <p:pic>
                    <p:nvPicPr>
                      <p:cNvPr id="33815" name="Object 1077">
                        <a:extLst>
                          <a:ext uri="{FF2B5EF4-FFF2-40B4-BE49-F238E27FC236}">
                            <a16:creationId xmlns:a16="http://schemas.microsoft.com/office/drawing/2014/main" id="{9B54A355-3E19-ABC0-7D04-58DA59DF16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1" y="26670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6" name="Object 1078">
            <a:extLst>
              <a:ext uri="{FF2B5EF4-FFF2-40B4-BE49-F238E27FC236}">
                <a16:creationId xmlns:a16="http://schemas.microsoft.com/office/drawing/2014/main" id="{E1EE9BC5-1281-7277-B347-6B957E5AFB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1" y="32766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393529" imgH="469696" progId="Equation.3">
                  <p:embed/>
                </p:oleObj>
              </mc:Choice>
              <mc:Fallback>
                <p:oleObj name="Equation" r:id="rId33" imgW="393529" imgH="469696" progId="Equation.3">
                  <p:embed/>
                  <p:pic>
                    <p:nvPicPr>
                      <p:cNvPr id="33816" name="Object 1078">
                        <a:extLst>
                          <a:ext uri="{FF2B5EF4-FFF2-40B4-BE49-F238E27FC236}">
                            <a16:creationId xmlns:a16="http://schemas.microsoft.com/office/drawing/2014/main" id="{E1EE9BC5-1281-7277-B347-6B957E5AFB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1" y="32766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7" name="Object 1079">
            <a:extLst>
              <a:ext uri="{FF2B5EF4-FFF2-40B4-BE49-F238E27FC236}">
                <a16:creationId xmlns:a16="http://schemas.microsoft.com/office/drawing/2014/main" id="{68B7C11E-625C-8141-0199-6D1A2DE0B3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38862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419100" imgH="469900" progId="Equation.3">
                  <p:embed/>
                </p:oleObj>
              </mc:Choice>
              <mc:Fallback>
                <p:oleObj name="Equation" r:id="rId34" imgW="419100" imgH="469900" progId="Equation.3">
                  <p:embed/>
                  <p:pic>
                    <p:nvPicPr>
                      <p:cNvPr id="33817" name="Object 1079">
                        <a:extLst>
                          <a:ext uri="{FF2B5EF4-FFF2-40B4-BE49-F238E27FC236}">
                            <a16:creationId xmlns:a16="http://schemas.microsoft.com/office/drawing/2014/main" id="{68B7C11E-625C-8141-0199-6D1A2DE0B3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8862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59" name="Line 1080">
            <a:extLst>
              <a:ext uri="{FF2B5EF4-FFF2-40B4-BE49-F238E27FC236}">
                <a16:creationId xmlns:a16="http://schemas.microsoft.com/office/drawing/2014/main" id="{C18802CD-9AAA-671B-718A-1E9F3ED0266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4419600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3818" name="Object 1081">
            <a:extLst>
              <a:ext uri="{FF2B5EF4-FFF2-40B4-BE49-F238E27FC236}">
                <a16:creationId xmlns:a16="http://schemas.microsoft.com/office/drawing/2014/main" id="{19C65222-6464-E351-B698-FC066E2BC7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1" y="44958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406224" imgH="469696" progId="Equation.3">
                  <p:embed/>
                </p:oleObj>
              </mc:Choice>
              <mc:Fallback>
                <p:oleObj name="Equation" r:id="rId35" imgW="406224" imgH="469696" progId="Equation.3">
                  <p:embed/>
                  <p:pic>
                    <p:nvPicPr>
                      <p:cNvPr id="33818" name="Object 1081">
                        <a:extLst>
                          <a:ext uri="{FF2B5EF4-FFF2-40B4-BE49-F238E27FC236}">
                            <a16:creationId xmlns:a16="http://schemas.microsoft.com/office/drawing/2014/main" id="{19C65222-6464-E351-B698-FC066E2BC7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1" y="44958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9" name="Object 1082">
            <a:extLst>
              <a:ext uri="{FF2B5EF4-FFF2-40B4-BE49-F238E27FC236}">
                <a16:creationId xmlns:a16="http://schemas.microsoft.com/office/drawing/2014/main" id="{E27135A5-A6BC-6C36-888C-0407F0930E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1" y="1447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342751" imgH="469696" progId="Equation.3">
                  <p:embed/>
                </p:oleObj>
              </mc:Choice>
              <mc:Fallback>
                <p:oleObj name="Equation" r:id="rId36" imgW="342751" imgH="469696" progId="Equation.3">
                  <p:embed/>
                  <p:pic>
                    <p:nvPicPr>
                      <p:cNvPr id="33819" name="Object 1082">
                        <a:extLst>
                          <a:ext uri="{FF2B5EF4-FFF2-40B4-BE49-F238E27FC236}">
                            <a16:creationId xmlns:a16="http://schemas.microsoft.com/office/drawing/2014/main" id="{E27135A5-A6BC-6C36-888C-0407F0930E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1" y="1447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20" name="Object 1083">
            <a:extLst>
              <a:ext uri="{FF2B5EF4-FFF2-40B4-BE49-F238E27FC236}">
                <a16:creationId xmlns:a16="http://schemas.microsoft.com/office/drawing/2014/main" id="{658F46E7-932A-2B1B-E4A2-137F2BCEF0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06851" y="14478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406224" imgH="469696" progId="Equation.3">
                  <p:embed/>
                </p:oleObj>
              </mc:Choice>
              <mc:Fallback>
                <p:oleObj name="Equation" r:id="rId37" imgW="406224" imgH="469696" progId="Equation.3">
                  <p:embed/>
                  <p:pic>
                    <p:nvPicPr>
                      <p:cNvPr id="33820" name="Object 1083">
                        <a:extLst>
                          <a:ext uri="{FF2B5EF4-FFF2-40B4-BE49-F238E27FC236}">
                            <a16:creationId xmlns:a16="http://schemas.microsoft.com/office/drawing/2014/main" id="{658F46E7-932A-2B1B-E4A2-137F2BCEF0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6851" y="14478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21" name="Object 1084">
            <a:extLst>
              <a:ext uri="{FF2B5EF4-FFF2-40B4-BE49-F238E27FC236}">
                <a16:creationId xmlns:a16="http://schemas.microsoft.com/office/drawing/2014/main" id="{39C2CC6E-A137-F9C0-5E4F-F56B44A133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1" y="20574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406224" imgH="469696" progId="Equation.3">
                  <p:embed/>
                </p:oleObj>
              </mc:Choice>
              <mc:Fallback>
                <p:oleObj name="Equation" r:id="rId37" imgW="406224" imgH="469696" progId="Equation.3">
                  <p:embed/>
                  <p:pic>
                    <p:nvPicPr>
                      <p:cNvPr id="33821" name="Object 1084">
                        <a:extLst>
                          <a:ext uri="{FF2B5EF4-FFF2-40B4-BE49-F238E27FC236}">
                            <a16:creationId xmlns:a16="http://schemas.microsoft.com/office/drawing/2014/main" id="{39C2CC6E-A137-F9C0-5E4F-F56B44A133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1" y="20574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22" name="Object 1085">
            <a:extLst>
              <a:ext uri="{FF2B5EF4-FFF2-40B4-BE49-F238E27FC236}">
                <a16:creationId xmlns:a16="http://schemas.microsoft.com/office/drawing/2014/main" id="{BE7780B8-CB93-3C90-86DA-8841214183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1" y="20574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393529" imgH="469696" progId="Equation.3">
                  <p:embed/>
                </p:oleObj>
              </mc:Choice>
              <mc:Fallback>
                <p:oleObj name="Equation" r:id="rId38" imgW="393529" imgH="469696" progId="Equation.3">
                  <p:embed/>
                  <p:pic>
                    <p:nvPicPr>
                      <p:cNvPr id="33822" name="Object 1085">
                        <a:extLst>
                          <a:ext uri="{FF2B5EF4-FFF2-40B4-BE49-F238E27FC236}">
                            <a16:creationId xmlns:a16="http://schemas.microsoft.com/office/drawing/2014/main" id="{BE7780B8-CB93-3C90-86DA-8841214183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1" y="20574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23" name="Object 1086">
            <a:extLst>
              <a:ext uri="{FF2B5EF4-FFF2-40B4-BE49-F238E27FC236}">
                <a16:creationId xmlns:a16="http://schemas.microsoft.com/office/drawing/2014/main" id="{2F68BE57-ADBE-E052-3707-A66BFBF3EC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2590800"/>
          <a:ext cx="4191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380835" imgH="482391" progId="Equation.3">
                  <p:embed/>
                </p:oleObj>
              </mc:Choice>
              <mc:Fallback>
                <p:oleObj name="Equation" r:id="rId39" imgW="380835" imgH="482391" progId="Equation.3">
                  <p:embed/>
                  <p:pic>
                    <p:nvPicPr>
                      <p:cNvPr id="33823" name="Object 1086">
                        <a:extLst>
                          <a:ext uri="{FF2B5EF4-FFF2-40B4-BE49-F238E27FC236}">
                            <a16:creationId xmlns:a16="http://schemas.microsoft.com/office/drawing/2014/main" id="{2F68BE57-ADBE-E052-3707-A66BFBF3EC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590800"/>
                        <a:ext cx="4191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24" name="Object 1087">
            <a:extLst>
              <a:ext uri="{FF2B5EF4-FFF2-40B4-BE49-F238E27FC236}">
                <a16:creationId xmlns:a16="http://schemas.microsoft.com/office/drawing/2014/main" id="{43216CAB-06AE-4154-BBF7-3AD140BAB1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1" y="26670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393529" imgH="469696" progId="Equation.3">
                  <p:embed/>
                </p:oleObj>
              </mc:Choice>
              <mc:Fallback>
                <p:oleObj name="Equation" r:id="rId41" imgW="393529" imgH="469696" progId="Equation.3">
                  <p:embed/>
                  <p:pic>
                    <p:nvPicPr>
                      <p:cNvPr id="33824" name="Object 1087">
                        <a:extLst>
                          <a:ext uri="{FF2B5EF4-FFF2-40B4-BE49-F238E27FC236}">
                            <a16:creationId xmlns:a16="http://schemas.microsoft.com/office/drawing/2014/main" id="{43216CAB-06AE-4154-BBF7-3AD140BAB1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1" y="26670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25" name="Object 1088">
            <a:extLst>
              <a:ext uri="{FF2B5EF4-FFF2-40B4-BE49-F238E27FC236}">
                <a16:creationId xmlns:a16="http://schemas.microsoft.com/office/drawing/2014/main" id="{061402C5-0BC5-7F28-41CE-01C9B7C27F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32766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419100" imgH="469900" progId="Equation.3">
                  <p:embed/>
                </p:oleObj>
              </mc:Choice>
              <mc:Fallback>
                <p:oleObj name="Equation" r:id="rId42" imgW="419100" imgH="469900" progId="Equation.3">
                  <p:embed/>
                  <p:pic>
                    <p:nvPicPr>
                      <p:cNvPr id="33825" name="Object 1088">
                        <a:extLst>
                          <a:ext uri="{FF2B5EF4-FFF2-40B4-BE49-F238E27FC236}">
                            <a16:creationId xmlns:a16="http://schemas.microsoft.com/office/drawing/2014/main" id="{061402C5-0BC5-7F28-41CE-01C9B7C27F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2766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26" name="Object 1089">
            <a:extLst>
              <a:ext uri="{FF2B5EF4-FFF2-40B4-BE49-F238E27FC236}">
                <a16:creationId xmlns:a16="http://schemas.microsoft.com/office/drawing/2014/main" id="{21AD3C4D-DEDE-FCC2-01CD-960C768E1B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1" y="32766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406224" imgH="469696" progId="Equation.3">
                  <p:embed/>
                </p:oleObj>
              </mc:Choice>
              <mc:Fallback>
                <p:oleObj name="Equation" r:id="rId43" imgW="406224" imgH="469696" progId="Equation.3">
                  <p:embed/>
                  <p:pic>
                    <p:nvPicPr>
                      <p:cNvPr id="33826" name="Object 1089">
                        <a:extLst>
                          <a:ext uri="{FF2B5EF4-FFF2-40B4-BE49-F238E27FC236}">
                            <a16:creationId xmlns:a16="http://schemas.microsoft.com/office/drawing/2014/main" id="{21AD3C4D-DEDE-FCC2-01CD-960C768E1B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1" y="32766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860" name="Group 1090">
            <a:extLst>
              <a:ext uri="{FF2B5EF4-FFF2-40B4-BE49-F238E27FC236}">
                <a16:creationId xmlns:a16="http://schemas.microsoft.com/office/drawing/2014/main" id="{894416B9-BE82-68C4-2C41-2B58AD906E0A}"/>
              </a:ext>
            </a:extLst>
          </p:cNvPr>
          <p:cNvGrpSpPr>
            <a:grpSpLocks/>
          </p:cNvGrpSpPr>
          <p:nvPr/>
        </p:nvGrpSpPr>
        <p:grpSpPr bwMode="auto">
          <a:xfrm>
            <a:off x="9601201" y="4876800"/>
            <a:ext cx="900113" cy="609600"/>
            <a:chOff x="4224" y="1824"/>
            <a:chExt cx="567" cy="384"/>
          </a:xfrm>
        </p:grpSpPr>
        <p:graphicFrame>
          <p:nvGraphicFramePr>
            <p:cNvPr id="33831" name="Object 1091">
              <a:extLst>
                <a:ext uri="{FF2B5EF4-FFF2-40B4-BE49-F238E27FC236}">
                  <a16:creationId xmlns:a16="http://schemas.microsoft.com/office/drawing/2014/main" id="{15813546-0B10-2910-FFEE-9BF5B313179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4" imgW="672808" imgH="444307" progId="Equation.3">
                    <p:embed/>
                  </p:oleObj>
                </mc:Choice>
                <mc:Fallback>
                  <p:oleObj name="Equation" r:id="rId44" imgW="672808" imgH="444307" progId="Equation.3">
                    <p:embed/>
                    <p:pic>
                      <p:nvPicPr>
                        <p:cNvPr id="33831" name="Object 1091">
                          <a:extLst>
                            <a:ext uri="{FF2B5EF4-FFF2-40B4-BE49-F238E27FC236}">
                              <a16:creationId xmlns:a16="http://schemas.microsoft.com/office/drawing/2014/main" id="{15813546-0B10-2910-FFEE-9BF5B313179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61" name="Line 1092">
              <a:extLst>
                <a:ext uri="{FF2B5EF4-FFF2-40B4-BE49-F238E27FC236}">
                  <a16:creationId xmlns:a16="http://schemas.microsoft.com/office/drawing/2014/main" id="{87C55C90-8FC5-8CF0-7D1C-30EC6D8950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33827" name="Object 1093">
            <a:extLst>
              <a:ext uri="{FF2B5EF4-FFF2-40B4-BE49-F238E27FC236}">
                <a16:creationId xmlns:a16="http://schemas.microsoft.com/office/drawing/2014/main" id="{97FB174A-992C-6D1E-9A2B-D899722F32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1" y="44958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406224" imgH="469696" progId="Equation.3">
                  <p:embed/>
                </p:oleObj>
              </mc:Choice>
              <mc:Fallback>
                <p:oleObj name="Equation" r:id="rId45" imgW="406224" imgH="469696" progId="Equation.3">
                  <p:embed/>
                  <p:pic>
                    <p:nvPicPr>
                      <p:cNvPr id="33827" name="Object 1093">
                        <a:extLst>
                          <a:ext uri="{FF2B5EF4-FFF2-40B4-BE49-F238E27FC236}">
                            <a16:creationId xmlns:a16="http://schemas.microsoft.com/office/drawing/2014/main" id="{97FB174A-992C-6D1E-9A2B-D899722F32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1" y="44958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28" name="Object 1094">
            <a:extLst>
              <a:ext uri="{FF2B5EF4-FFF2-40B4-BE49-F238E27FC236}">
                <a16:creationId xmlns:a16="http://schemas.microsoft.com/office/drawing/2014/main" id="{3CA473B9-2D44-296D-5516-78EC74C591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1" y="44958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406224" imgH="469696" progId="Equation.3">
                  <p:embed/>
                </p:oleObj>
              </mc:Choice>
              <mc:Fallback>
                <p:oleObj name="Equation" r:id="rId45" imgW="406224" imgH="469696" progId="Equation.3">
                  <p:embed/>
                  <p:pic>
                    <p:nvPicPr>
                      <p:cNvPr id="33828" name="Object 1094">
                        <a:extLst>
                          <a:ext uri="{FF2B5EF4-FFF2-40B4-BE49-F238E27FC236}">
                            <a16:creationId xmlns:a16="http://schemas.microsoft.com/office/drawing/2014/main" id="{3CA473B9-2D44-296D-5516-78EC74C591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1" y="44958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29" name="Object 1095">
            <a:extLst>
              <a:ext uri="{FF2B5EF4-FFF2-40B4-BE49-F238E27FC236}">
                <a16:creationId xmlns:a16="http://schemas.microsoft.com/office/drawing/2014/main" id="{1490F638-8967-9F18-CD4F-341C5EEFC8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1" y="38862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406224" imgH="469696" progId="Equation.3">
                  <p:embed/>
                </p:oleObj>
              </mc:Choice>
              <mc:Fallback>
                <p:oleObj name="Equation" r:id="rId45" imgW="406224" imgH="469696" progId="Equation.3">
                  <p:embed/>
                  <p:pic>
                    <p:nvPicPr>
                      <p:cNvPr id="33829" name="Object 1095">
                        <a:extLst>
                          <a:ext uri="{FF2B5EF4-FFF2-40B4-BE49-F238E27FC236}">
                            <a16:creationId xmlns:a16="http://schemas.microsoft.com/office/drawing/2014/main" id="{1490F638-8967-9F18-CD4F-341C5EEFC8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1" y="38862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30" name="Object 1096">
            <a:extLst>
              <a:ext uri="{FF2B5EF4-FFF2-40B4-BE49-F238E27FC236}">
                <a16:creationId xmlns:a16="http://schemas.microsoft.com/office/drawing/2014/main" id="{C707F9EC-AA2A-F45E-E4FC-EEBF358128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1" y="38862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6" imgW="406224" imgH="469696" progId="Equation.3">
                  <p:embed/>
                </p:oleObj>
              </mc:Choice>
              <mc:Fallback>
                <p:oleObj name="Equation" r:id="rId46" imgW="406224" imgH="469696" progId="Equation.3">
                  <p:embed/>
                  <p:pic>
                    <p:nvPicPr>
                      <p:cNvPr id="33830" name="Object 1096">
                        <a:extLst>
                          <a:ext uri="{FF2B5EF4-FFF2-40B4-BE49-F238E27FC236}">
                            <a16:creationId xmlns:a16="http://schemas.microsoft.com/office/drawing/2014/main" id="{C707F9EC-AA2A-F45E-E4FC-EEBF358128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1" y="38862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54" name="Oval 5">
            <a:extLst>
              <a:ext uri="{FF2B5EF4-FFF2-40B4-BE49-F238E27FC236}">
                <a16:creationId xmlns:a16="http://schemas.microsoft.com/office/drawing/2014/main" id="{0C1027AD-3596-14B5-8141-372A7EF9F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57023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9955" name="Oval 6">
            <a:extLst>
              <a:ext uri="{FF2B5EF4-FFF2-40B4-BE49-F238E27FC236}">
                <a16:creationId xmlns:a16="http://schemas.microsoft.com/office/drawing/2014/main" id="{B041700D-1965-7195-0273-E886D1343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57023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9956" name="Oval 7">
            <a:extLst>
              <a:ext uri="{FF2B5EF4-FFF2-40B4-BE49-F238E27FC236}">
                <a16:creationId xmlns:a16="http://schemas.microsoft.com/office/drawing/2014/main" id="{0F67CD56-EB0D-03C4-0FD4-FB7394826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57023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9957" name="Oval 9">
            <a:extLst>
              <a:ext uri="{FF2B5EF4-FFF2-40B4-BE49-F238E27FC236}">
                <a16:creationId xmlns:a16="http://schemas.microsoft.com/office/drawing/2014/main" id="{3A4F53F2-E8BE-5F5F-02CE-2D7832E06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55499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9958" name="Line 10">
            <a:extLst>
              <a:ext uri="{FF2B5EF4-FFF2-40B4-BE49-F238E27FC236}">
                <a16:creationId xmlns:a16="http://schemas.microsoft.com/office/drawing/2014/main" id="{A7B08E69-EE4C-9D73-F03A-BD729C7CC36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60325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59" name="Line 11">
            <a:extLst>
              <a:ext uri="{FF2B5EF4-FFF2-40B4-BE49-F238E27FC236}">
                <a16:creationId xmlns:a16="http://schemas.microsoft.com/office/drawing/2014/main" id="{B95D10E4-8B9D-8C41-9C4F-C1DE416422B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60071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60" name="Line 12">
            <a:extLst>
              <a:ext uri="{FF2B5EF4-FFF2-40B4-BE49-F238E27FC236}">
                <a16:creationId xmlns:a16="http://schemas.microsoft.com/office/drawing/2014/main" id="{07390902-67F6-73A0-AA8C-CDF9F7DF5CD5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60071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61" name="Line 13">
            <a:extLst>
              <a:ext uri="{FF2B5EF4-FFF2-40B4-BE49-F238E27FC236}">
                <a16:creationId xmlns:a16="http://schemas.microsoft.com/office/drawing/2014/main" id="{FB6DF4BD-ADF6-70DE-76F5-B512297F6F9A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60071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9938" name="Object 14">
            <a:extLst>
              <a:ext uri="{FF2B5EF4-FFF2-40B4-BE49-F238E27FC236}">
                <a16:creationId xmlns:a16="http://schemas.microsoft.com/office/drawing/2014/main" id="{796CC8BB-3EDE-5A8E-BBA0-DE07090D77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57023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19100" imgH="469900" progId="Equation.3">
                  <p:embed/>
                </p:oleObj>
              </mc:Choice>
              <mc:Fallback>
                <p:oleObj name="Equation" r:id="rId3" imgW="419100" imgH="469900" progId="Equation.3">
                  <p:embed/>
                  <p:pic>
                    <p:nvPicPr>
                      <p:cNvPr id="39938" name="Object 14">
                        <a:extLst>
                          <a:ext uri="{FF2B5EF4-FFF2-40B4-BE49-F238E27FC236}">
                            <a16:creationId xmlns:a16="http://schemas.microsoft.com/office/drawing/2014/main" id="{796CC8BB-3EDE-5A8E-BBA0-DE07090D77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7023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2" name="Oval 15">
            <a:extLst>
              <a:ext uri="{FF2B5EF4-FFF2-40B4-BE49-F238E27FC236}">
                <a16:creationId xmlns:a16="http://schemas.microsoft.com/office/drawing/2014/main" id="{B34D6E40-E17F-B65C-6D67-C10F35D24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7023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9939" name="Object 16">
            <a:extLst>
              <a:ext uri="{FF2B5EF4-FFF2-40B4-BE49-F238E27FC236}">
                <a16:creationId xmlns:a16="http://schemas.microsoft.com/office/drawing/2014/main" id="{6330014A-D699-166C-8FC2-8ABC324615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38701" y="57023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42751" imgH="469696" progId="Equation.3">
                  <p:embed/>
                </p:oleObj>
              </mc:Choice>
              <mc:Fallback>
                <p:oleObj name="Equation" r:id="rId5" imgW="342751" imgH="469696" progId="Equation.3">
                  <p:embed/>
                  <p:pic>
                    <p:nvPicPr>
                      <p:cNvPr id="39939" name="Object 16">
                        <a:extLst>
                          <a:ext uri="{FF2B5EF4-FFF2-40B4-BE49-F238E27FC236}">
                            <a16:creationId xmlns:a16="http://schemas.microsoft.com/office/drawing/2014/main" id="{6330014A-D699-166C-8FC2-8ABC324615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1" y="57023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0" name="Object 17">
            <a:extLst>
              <a:ext uri="{FF2B5EF4-FFF2-40B4-BE49-F238E27FC236}">
                <a16:creationId xmlns:a16="http://schemas.microsoft.com/office/drawing/2014/main" id="{1D1F2778-2F49-AC83-AEF1-BBB71DDB37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08701" y="57023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93529" imgH="469696" progId="Equation.3">
                  <p:embed/>
                </p:oleObj>
              </mc:Choice>
              <mc:Fallback>
                <p:oleObj name="Equation" r:id="rId7" imgW="393529" imgH="469696" progId="Equation.3">
                  <p:embed/>
                  <p:pic>
                    <p:nvPicPr>
                      <p:cNvPr id="39940" name="Object 17">
                        <a:extLst>
                          <a:ext uri="{FF2B5EF4-FFF2-40B4-BE49-F238E27FC236}">
                            <a16:creationId xmlns:a16="http://schemas.microsoft.com/office/drawing/2014/main" id="{1D1F2778-2F49-AC83-AEF1-BBB71DDB37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8701" y="57023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1" name="Object 18">
            <a:extLst>
              <a:ext uri="{FF2B5EF4-FFF2-40B4-BE49-F238E27FC236}">
                <a16:creationId xmlns:a16="http://schemas.microsoft.com/office/drawing/2014/main" id="{255DA510-CD9C-2692-5D29-897FD8EDE7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04101" y="57023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93529" imgH="469696" progId="Equation.3">
                  <p:embed/>
                </p:oleObj>
              </mc:Choice>
              <mc:Fallback>
                <p:oleObj name="Equation" r:id="rId9" imgW="393529" imgH="469696" progId="Equation.3">
                  <p:embed/>
                  <p:pic>
                    <p:nvPicPr>
                      <p:cNvPr id="39941" name="Object 18">
                        <a:extLst>
                          <a:ext uri="{FF2B5EF4-FFF2-40B4-BE49-F238E27FC236}">
                            <a16:creationId xmlns:a16="http://schemas.microsoft.com/office/drawing/2014/main" id="{255DA510-CD9C-2692-5D29-897FD8EDE7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4101" y="57023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19">
            <a:extLst>
              <a:ext uri="{FF2B5EF4-FFF2-40B4-BE49-F238E27FC236}">
                <a16:creationId xmlns:a16="http://schemas.microsoft.com/office/drawing/2014/main" id="{B82CE1AC-3991-6782-B3E8-9F749248CC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63000" y="57023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19100" imgH="469900" progId="Equation.3">
                  <p:embed/>
                </p:oleObj>
              </mc:Choice>
              <mc:Fallback>
                <p:oleObj name="Equation" r:id="rId11" imgW="419100" imgH="469900" progId="Equation.3">
                  <p:embed/>
                  <p:pic>
                    <p:nvPicPr>
                      <p:cNvPr id="39942" name="Object 19">
                        <a:extLst>
                          <a:ext uri="{FF2B5EF4-FFF2-40B4-BE49-F238E27FC236}">
                            <a16:creationId xmlns:a16="http://schemas.microsoft.com/office/drawing/2014/main" id="{B82CE1AC-3991-6782-B3E8-9F749248CC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0" y="57023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3" name="Line 20">
            <a:extLst>
              <a:ext uri="{FF2B5EF4-FFF2-40B4-BE49-F238E27FC236}">
                <a16:creationId xmlns:a16="http://schemas.microsoft.com/office/drawing/2014/main" id="{5362275A-58B2-C382-87E3-17B351B3AA9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60071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9943" name="Object 21">
            <a:extLst>
              <a:ext uri="{FF2B5EF4-FFF2-40B4-BE49-F238E27FC236}">
                <a16:creationId xmlns:a16="http://schemas.microsoft.com/office/drawing/2014/main" id="{C92AB173-880A-3955-E20B-BD2A9FD098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57023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39943" name="Object 21">
                        <a:extLst>
                          <a:ext uri="{FF2B5EF4-FFF2-40B4-BE49-F238E27FC236}">
                            <a16:creationId xmlns:a16="http://schemas.microsoft.com/office/drawing/2014/main" id="{C92AB173-880A-3955-E20B-BD2A9FD098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57023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4" name="Object 22">
            <a:extLst>
              <a:ext uri="{FF2B5EF4-FFF2-40B4-BE49-F238E27FC236}">
                <a16:creationId xmlns:a16="http://schemas.microsoft.com/office/drawing/2014/main" id="{2F3485A4-F695-0544-2B58-09D0416007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0" y="56261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79279" imgH="380835" progId="Equation.3">
                  <p:embed/>
                </p:oleObj>
              </mc:Choice>
              <mc:Fallback>
                <p:oleObj name="Equation" r:id="rId15" imgW="279279" imgH="380835" progId="Equation.3">
                  <p:embed/>
                  <p:pic>
                    <p:nvPicPr>
                      <p:cNvPr id="39944" name="Object 22">
                        <a:extLst>
                          <a:ext uri="{FF2B5EF4-FFF2-40B4-BE49-F238E27FC236}">
                            <a16:creationId xmlns:a16="http://schemas.microsoft.com/office/drawing/2014/main" id="{2F3485A4-F695-0544-2B58-09D0416007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56261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5" name="Object 23">
            <a:extLst>
              <a:ext uri="{FF2B5EF4-FFF2-40B4-BE49-F238E27FC236}">
                <a16:creationId xmlns:a16="http://schemas.microsoft.com/office/drawing/2014/main" id="{06F2199F-83C8-4B89-7406-5C0C5953C9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1800" y="56261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79279" imgH="380835" progId="Equation.3">
                  <p:embed/>
                </p:oleObj>
              </mc:Choice>
              <mc:Fallback>
                <p:oleObj name="Equation" r:id="rId15" imgW="279279" imgH="380835" progId="Equation.3">
                  <p:embed/>
                  <p:pic>
                    <p:nvPicPr>
                      <p:cNvPr id="39945" name="Object 23">
                        <a:extLst>
                          <a:ext uri="{FF2B5EF4-FFF2-40B4-BE49-F238E27FC236}">
                            <a16:creationId xmlns:a16="http://schemas.microsoft.com/office/drawing/2014/main" id="{06F2199F-83C8-4B89-7406-5C0C5953C9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56261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6" name="Object 24">
            <a:extLst>
              <a:ext uri="{FF2B5EF4-FFF2-40B4-BE49-F238E27FC236}">
                <a16:creationId xmlns:a16="http://schemas.microsoft.com/office/drawing/2014/main" id="{745BD1E3-F40C-F2A2-7A05-03EA79AFEA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77201" y="57023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39946" name="Object 24">
                        <a:extLst>
                          <a:ext uri="{FF2B5EF4-FFF2-40B4-BE49-F238E27FC236}">
                            <a16:creationId xmlns:a16="http://schemas.microsoft.com/office/drawing/2014/main" id="{745BD1E3-F40C-F2A2-7A05-03EA79AFEA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1" y="57023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4" name="Oval 25">
            <a:extLst>
              <a:ext uri="{FF2B5EF4-FFF2-40B4-BE49-F238E27FC236}">
                <a16:creationId xmlns:a16="http://schemas.microsoft.com/office/drawing/2014/main" id="{3B98D10B-5120-EC07-9742-556740125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9900" y="4419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9947" name="Object 26">
            <a:extLst>
              <a:ext uri="{FF2B5EF4-FFF2-40B4-BE49-F238E27FC236}">
                <a16:creationId xmlns:a16="http://schemas.microsoft.com/office/drawing/2014/main" id="{08D6EAA2-6B7D-E525-E3C8-5ABFCE9F77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66101" y="44196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06224" imgH="469696" progId="Equation.3">
                  <p:embed/>
                </p:oleObj>
              </mc:Choice>
              <mc:Fallback>
                <p:oleObj name="Equation" r:id="rId18" imgW="406224" imgH="469696" progId="Equation.3">
                  <p:embed/>
                  <p:pic>
                    <p:nvPicPr>
                      <p:cNvPr id="39947" name="Object 26">
                        <a:extLst>
                          <a:ext uri="{FF2B5EF4-FFF2-40B4-BE49-F238E27FC236}">
                            <a16:creationId xmlns:a16="http://schemas.microsoft.com/office/drawing/2014/main" id="{08D6EAA2-6B7D-E525-E3C8-5ABFCE9F77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6101" y="44196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8" name="Object 27">
            <a:extLst>
              <a:ext uri="{FF2B5EF4-FFF2-40B4-BE49-F238E27FC236}">
                <a16:creationId xmlns:a16="http://schemas.microsoft.com/office/drawing/2014/main" id="{C3A8F91E-E4C1-424F-30B3-C58E5E1FC1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1" y="52451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6584" imgH="279279" progId="Equation.3">
                  <p:embed/>
                </p:oleObj>
              </mc:Choice>
              <mc:Fallback>
                <p:oleObj name="Equation" r:id="rId20" imgW="266584" imgH="279279" progId="Equation.3">
                  <p:embed/>
                  <p:pic>
                    <p:nvPicPr>
                      <p:cNvPr id="39948" name="Object 27">
                        <a:extLst>
                          <a:ext uri="{FF2B5EF4-FFF2-40B4-BE49-F238E27FC236}">
                            <a16:creationId xmlns:a16="http://schemas.microsoft.com/office/drawing/2014/main" id="{C3A8F91E-E4C1-424F-30B3-C58E5E1FC1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1" y="52451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9" name="Object 28">
            <a:extLst>
              <a:ext uri="{FF2B5EF4-FFF2-40B4-BE49-F238E27FC236}">
                <a16:creationId xmlns:a16="http://schemas.microsoft.com/office/drawing/2014/main" id="{E926F3EB-6E73-06D1-28A0-3B4BDA50E0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8401" y="53213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6584" imgH="279279" progId="Equation.3">
                  <p:embed/>
                </p:oleObj>
              </mc:Choice>
              <mc:Fallback>
                <p:oleObj name="Equation" r:id="rId20" imgW="266584" imgH="279279" progId="Equation.3">
                  <p:embed/>
                  <p:pic>
                    <p:nvPicPr>
                      <p:cNvPr id="39949" name="Object 28">
                        <a:extLst>
                          <a:ext uri="{FF2B5EF4-FFF2-40B4-BE49-F238E27FC236}">
                            <a16:creationId xmlns:a16="http://schemas.microsoft.com/office/drawing/2014/main" id="{E926F3EB-6E73-06D1-28A0-3B4BDA50E0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1" y="53213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0" name="Object 29">
            <a:extLst>
              <a:ext uri="{FF2B5EF4-FFF2-40B4-BE49-F238E27FC236}">
                <a16:creationId xmlns:a16="http://schemas.microsoft.com/office/drawing/2014/main" id="{5BBF4F1D-FF8A-B922-B7D1-5D41B13EE2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43800" y="52451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79279" imgH="380835" progId="Equation.3">
                  <p:embed/>
                </p:oleObj>
              </mc:Choice>
              <mc:Fallback>
                <p:oleObj name="Equation" r:id="rId21" imgW="279279" imgH="380835" progId="Equation.3">
                  <p:embed/>
                  <p:pic>
                    <p:nvPicPr>
                      <p:cNvPr id="39950" name="Object 29">
                        <a:extLst>
                          <a:ext uri="{FF2B5EF4-FFF2-40B4-BE49-F238E27FC236}">
                            <a16:creationId xmlns:a16="http://schemas.microsoft.com/office/drawing/2014/main" id="{5BBF4F1D-FF8A-B922-B7D1-5D41B13EE2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52451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1" name="Object 30">
            <a:extLst>
              <a:ext uri="{FF2B5EF4-FFF2-40B4-BE49-F238E27FC236}">
                <a16:creationId xmlns:a16="http://schemas.microsoft.com/office/drawing/2014/main" id="{45EA5442-99BA-99B3-D96B-3890FFB1BC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51689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79279" imgH="380835" progId="Equation.3">
                  <p:embed/>
                </p:oleObj>
              </mc:Choice>
              <mc:Fallback>
                <p:oleObj name="Equation" r:id="rId21" imgW="279279" imgH="380835" progId="Equation.3">
                  <p:embed/>
                  <p:pic>
                    <p:nvPicPr>
                      <p:cNvPr id="39951" name="Object 30">
                        <a:extLst>
                          <a:ext uri="{FF2B5EF4-FFF2-40B4-BE49-F238E27FC236}">
                            <a16:creationId xmlns:a16="http://schemas.microsoft.com/office/drawing/2014/main" id="{45EA5442-99BA-99B3-D96B-3890FFB1BC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51689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5" name="Freeform 31">
            <a:extLst>
              <a:ext uri="{FF2B5EF4-FFF2-40B4-BE49-F238E27FC236}">
                <a16:creationId xmlns:a16="http://schemas.microsoft.com/office/drawing/2014/main" id="{85C5E6D1-7884-68C9-2489-ED52520C7B1A}"/>
              </a:ext>
            </a:extLst>
          </p:cNvPr>
          <p:cNvSpPr>
            <a:spLocks/>
          </p:cNvSpPr>
          <p:nvPr/>
        </p:nvSpPr>
        <p:spPr bwMode="auto">
          <a:xfrm>
            <a:off x="7924800" y="3644900"/>
            <a:ext cx="660400" cy="850900"/>
          </a:xfrm>
          <a:custGeom>
            <a:avLst/>
            <a:gdLst>
              <a:gd name="T0" fmla="*/ 383063737 w 416"/>
              <a:gd name="T1" fmla="*/ 1350803532 h 536"/>
              <a:gd name="T2" fmla="*/ 20161250 w 416"/>
              <a:gd name="T3" fmla="*/ 504031219 h 536"/>
              <a:gd name="T4" fmla="*/ 504031301 w 416"/>
              <a:gd name="T5" fmla="*/ 20161247 h 536"/>
              <a:gd name="T6" fmla="*/ 987901357 w 416"/>
              <a:gd name="T7" fmla="*/ 383063675 h 536"/>
              <a:gd name="T8" fmla="*/ 866933892 w 416"/>
              <a:gd name="T9" fmla="*/ 1229836087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9952" name="Object 32">
            <a:extLst>
              <a:ext uri="{FF2B5EF4-FFF2-40B4-BE49-F238E27FC236}">
                <a16:creationId xmlns:a16="http://schemas.microsoft.com/office/drawing/2014/main" id="{8E5C2D05-F883-7916-7598-C531ADF69D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37501" y="32004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72808" imgH="444307" progId="Equation.3">
                  <p:embed/>
                </p:oleObj>
              </mc:Choice>
              <mc:Fallback>
                <p:oleObj name="Equation" r:id="rId22" imgW="672808" imgH="444307" progId="Equation.3">
                  <p:embed/>
                  <p:pic>
                    <p:nvPicPr>
                      <p:cNvPr id="39952" name="Object 32">
                        <a:extLst>
                          <a:ext uri="{FF2B5EF4-FFF2-40B4-BE49-F238E27FC236}">
                            <a16:creationId xmlns:a16="http://schemas.microsoft.com/office/drawing/2014/main" id="{8E5C2D05-F883-7916-7598-C531ADF69D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7501" y="32004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6" name="Freeform 36">
            <a:extLst>
              <a:ext uri="{FF2B5EF4-FFF2-40B4-BE49-F238E27FC236}">
                <a16:creationId xmlns:a16="http://schemas.microsoft.com/office/drawing/2014/main" id="{859BFD8D-B1D9-D7AF-3309-2795D586AE46}"/>
              </a:ext>
            </a:extLst>
          </p:cNvPr>
          <p:cNvSpPr>
            <a:spLocks/>
          </p:cNvSpPr>
          <p:nvPr/>
        </p:nvSpPr>
        <p:spPr bwMode="auto">
          <a:xfrm>
            <a:off x="3810000" y="3975100"/>
            <a:ext cx="4343400" cy="1803400"/>
          </a:xfrm>
          <a:custGeom>
            <a:avLst/>
            <a:gdLst>
              <a:gd name="T0" fmla="*/ 0 w 2736"/>
              <a:gd name="T1" fmla="*/ 2147483647 h 1136"/>
              <a:gd name="T2" fmla="*/ 1814512646 w 2736"/>
              <a:gd name="T3" fmla="*/ 322579961 h 1136"/>
              <a:gd name="T4" fmla="*/ 2147483647 w 2736"/>
              <a:gd name="T5" fmla="*/ 927417498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pSp>
        <p:nvGrpSpPr>
          <p:cNvPr id="39967" name="Group 37">
            <a:extLst>
              <a:ext uri="{FF2B5EF4-FFF2-40B4-BE49-F238E27FC236}">
                <a16:creationId xmlns:a16="http://schemas.microsoft.com/office/drawing/2014/main" id="{A49FFBBE-7DF8-8F0E-2AB7-DCCBD5CC34BD}"/>
              </a:ext>
            </a:extLst>
          </p:cNvPr>
          <p:cNvGrpSpPr>
            <a:grpSpLocks/>
          </p:cNvGrpSpPr>
          <p:nvPr/>
        </p:nvGrpSpPr>
        <p:grpSpPr bwMode="auto">
          <a:xfrm>
            <a:off x="8534401" y="4965700"/>
            <a:ext cx="900113" cy="609600"/>
            <a:chOff x="4224" y="1824"/>
            <a:chExt cx="567" cy="384"/>
          </a:xfrm>
        </p:grpSpPr>
        <p:graphicFrame>
          <p:nvGraphicFramePr>
            <p:cNvPr id="39953" name="Object 38">
              <a:extLst>
                <a:ext uri="{FF2B5EF4-FFF2-40B4-BE49-F238E27FC236}">
                  <a16:creationId xmlns:a16="http://schemas.microsoft.com/office/drawing/2014/main" id="{DCE0229F-12E9-0E96-4249-F35B4CF89D6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672808" imgH="444307" progId="Equation.3">
                    <p:embed/>
                  </p:oleObj>
                </mc:Choice>
                <mc:Fallback>
                  <p:oleObj name="Equation" r:id="rId24" imgW="672808" imgH="444307" progId="Equation.3">
                    <p:embed/>
                    <p:pic>
                      <p:nvPicPr>
                        <p:cNvPr id="39953" name="Object 38">
                          <a:extLst>
                            <a:ext uri="{FF2B5EF4-FFF2-40B4-BE49-F238E27FC236}">
                              <a16:creationId xmlns:a16="http://schemas.microsoft.com/office/drawing/2014/main" id="{DCE0229F-12E9-0E96-4249-F35B4CF89D6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69" name="Line 39">
              <a:extLst>
                <a:ext uri="{FF2B5EF4-FFF2-40B4-BE49-F238E27FC236}">
                  <a16:creationId xmlns:a16="http://schemas.microsoft.com/office/drawing/2014/main" id="{9456012A-74C0-1D54-4020-68E9A2D755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39968" name="Picture 42">
            <a:extLst>
              <a:ext uri="{FF2B5EF4-FFF2-40B4-BE49-F238E27FC236}">
                <a16:creationId xmlns:a16="http://schemas.microsoft.com/office/drawing/2014/main" id="{BAFC70DE-2B26-0FCA-E0EB-17FB736D66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900" y="1257300"/>
            <a:ext cx="8305800" cy="505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4808DAC-E871-04AB-AD71-3351C4EFEA55}"/>
                  </a:ext>
                </a:extLst>
              </p14:cNvPr>
              <p14:cNvContentPartPr/>
              <p14:nvPr/>
            </p14:nvContentPartPr>
            <p14:xfrm>
              <a:off x="8363418" y="2122441"/>
              <a:ext cx="160560" cy="400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4808DAC-E871-04AB-AD71-3351C4EFEA5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357298" y="2116321"/>
                <a:ext cx="172800" cy="41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97B3205-698D-4358-A7C2-D3C21EFC6C0B}"/>
                  </a:ext>
                </a:extLst>
              </p14:cNvPr>
              <p14:cNvContentPartPr/>
              <p14:nvPr/>
            </p14:nvContentPartPr>
            <p14:xfrm>
              <a:off x="8632338" y="2809321"/>
              <a:ext cx="3507840" cy="111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97B3205-698D-4358-A7C2-D3C21EFC6C0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626218" y="2803201"/>
                <a:ext cx="352008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02C8B06-2AC6-6E28-F40C-CC4CE268ECDE}"/>
                  </a:ext>
                </a:extLst>
              </p14:cNvPr>
              <p14:cNvContentPartPr/>
              <p14:nvPr/>
            </p14:nvContentPartPr>
            <p14:xfrm>
              <a:off x="8455578" y="2222881"/>
              <a:ext cx="38160" cy="190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02C8B06-2AC6-6E28-F40C-CC4CE268ECD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392938" y="2160241"/>
                <a:ext cx="16380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818E294-2362-DE0C-102E-1F916665DFBD}"/>
                  </a:ext>
                </a:extLst>
              </p14:cNvPr>
              <p14:cNvContentPartPr/>
              <p14:nvPr/>
            </p14:nvContentPartPr>
            <p14:xfrm>
              <a:off x="8506338" y="2188321"/>
              <a:ext cx="696240" cy="2800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818E294-2362-DE0C-102E-1F916665DFB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443338" y="2125681"/>
                <a:ext cx="821880" cy="40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29565FF-338E-FEA7-61BB-D032038364E0}"/>
                  </a:ext>
                </a:extLst>
              </p14:cNvPr>
              <p14:cNvContentPartPr/>
              <p14:nvPr/>
            </p14:nvContentPartPr>
            <p14:xfrm>
              <a:off x="9051378" y="2885641"/>
              <a:ext cx="36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29565FF-338E-FEA7-61BB-D032038364E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988738" y="2822641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9E5E69A3-40E0-1411-1185-1A8054178919}"/>
              </a:ext>
            </a:extLst>
          </p:cNvPr>
          <p:cNvSpPr txBox="1"/>
          <p:nvPr/>
        </p:nvSpPr>
        <p:spPr>
          <a:xfrm>
            <a:off x="8363418" y="2222881"/>
            <a:ext cx="1071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110101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2" name="Oval 5">
            <a:extLst>
              <a:ext uri="{FF2B5EF4-FFF2-40B4-BE49-F238E27FC236}">
                <a16:creationId xmlns:a16="http://schemas.microsoft.com/office/drawing/2014/main" id="{5F54BDD1-B8E6-E145-0643-E4076027A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57023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0973" name="Oval 6">
            <a:extLst>
              <a:ext uri="{FF2B5EF4-FFF2-40B4-BE49-F238E27FC236}">
                <a16:creationId xmlns:a16="http://schemas.microsoft.com/office/drawing/2014/main" id="{7A113EE8-5E7B-FA61-6394-5FA8CCFB0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57023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0974" name="Oval 7">
            <a:extLst>
              <a:ext uri="{FF2B5EF4-FFF2-40B4-BE49-F238E27FC236}">
                <a16:creationId xmlns:a16="http://schemas.microsoft.com/office/drawing/2014/main" id="{C9080962-821F-0CD9-C078-1EB4B31DB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57023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0975" name="Oval 9">
            <a:extLst>
              <a:ext uri="{FF2B5EF4-FFF2-40B4-BE49-F238E27FC236}">
                <a16:creationId xmlns:a16="http://schemas.microsoft.com/office/drawing/2014/main" id="{614E386D-6E71-8FCD-05C9-398D55E29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55499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0976" name="Line 10">
            <a:extLst>
              <a:ext uri="{FF2B5EF4-FFF2-40B4-BE49-F238E27FC236}">
                <a16:creationId xmlns:a16="http://schemas.microsoft.com/office/drawing/2014/main" id="{317ABB8A-F421-274B-87E5-456793282C4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60325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77" name="Line 11">
            <a:extLst>
              <a:ext uri="{FF2B5EF4-FFF2-40B4-BE49-F238E27FC236}">
                <a16:creationId xmlns:a16="http://schemas.microsoft.com/office/drawing/2014/main" id="{C8F08A32-5F57-F99D-DD8E-05F817863FF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60071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78" name="Line 12">
            <a:extLst>
              <a:ext uri="{FF2B5EF4-FFF2-40B4-BE49-F238E27FC236}">
                <a16:creationId xmlns:a16="http://schemas.microsoft.com/office/drawing/2014/main" id="{50DF84A6-C7BD-5184-B25D-3DB18B7878A2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60071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79" name="Line 13">
            <a:extLst>
              <a:ext uri="{FF2B5EF4-FFF2-40B4-BE49-F238E27FC236}">
                <a16:creationId xmlns:a16="http://schemas.microsoft.com/office/drawing/2014/main" id="{987D458C-2C0F-5DA9-2205-7276BD3065ED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60071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62" name="Object 14">
            <a:extLst>
              <a:ext uri="{FF2B5EF4-FFF2-40B4-BE49-F238E27FC236}">
                <a16:creationId xmlns:a16="http://schemas.microsoft.com/office/drawing/2014/main" id="{B4F0961B-4FA7-FADA-C56D-1066E6C701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57023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19100" imgH="469900" progId="Equation.3">
                  <p:embed/>
                </p:oleObj>
              </mc:Choice>
              <mc:Fallback>
                <p:oleObj name="Equation" r:id="rId3" imgW="419100" imgH="469900" progId="Equation.3">
                  <p:embed/>
                  <p:pic>
                    <p:nvPicPr>
                      <p:cNvPr id="40962" name="Object 14">
                        <a:extLst>
                          <a:ext uri="{FF2B5EF4-FFF2-40B4-BE49-F238E27FC236}">
                            <a16:creationId xmlns:a16="http://schemas.microsoft.com/office/drawing/2014/main" id="{B4F0961B-4FA7-FADA-C56D-1066E6C701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7023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80" name="Oval 15">
            <a:extLst>
              <a:ext uri="{FF2B5EF4-FFF2-40B4-BE49-F238E27FC236}">
                <a16:creationId xmlns:a16="http://schemas.microsoft.com/office/drawing/2014/main" id="{BC524967-3974-F5EF-DEFE-8CE2AF8A1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7023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40963" name="Object 16">
            <a:extLst>
              <a:ext uri="{FF2B5EF4-FFF2-40B4-BE49-F238E27FC236}">
                <a16:creationId xmlns:a16="http://schemas.microsoft.com/office/drawing/2014/main" id="{E008FEF4-31FA-4F27-ED2E-A1A7F715DB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38701" y="57023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42751" imgH="469696" progId="Equation.3">
                  <p:embed/>
                </p:oleObj>
              </mc:Choice>
              <mc:Fallback>
                <p:oleObj name="Equation" r:id="rId5" imgW="342751" imgH="469696" progId="Equation.3">
                  <p:embed/>
                  <p:pic>
                    <p:nvPicPr>
                      <p:cNvPr id="40963" name="Object 16">
                        <a:extLst>
                          <a:ext uri="{FF2B5EF4-FFF2-40B4-BE49-F238E27FC236}">
                            <a16:creationId xmlns:a16="http://schemas.microsoft.com/office/drawing/2014/main" id="{E008FEF4-31FA-4F27-ED2E-A1A7F715DB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1" y="57023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4" name="Object 18">
            <a:extLst>
              <a:ext uri="{FF2B5EF4-FFF2-40B4-BE49-F238E27FC236}">
                <a16:creationId xmlns:a16="http://schemas.microsoft.com/office/drawing/2014/main" id="{80A94119-836B-163E-8FC2-8DB13E8938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04101" y="57023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93529" imgH="469696" progId="Equation.3">
                  <p:embed/>
                </p:oleObj>
              </mc:Choice>
              <mc:Fallback>
                <p:oleObj name="Equation" r:id="rId7" imgW="393529" imgH="469696" progId="Equation.3">
                  <p:embed/>
                  <p:pic>
                    <p:nvPicPr>
                      <p:cNvPr id="40964" name="Object 18">
                        <a:extLst>
                          <a:ext uri="{FF2B5EF4-FFF2-40B4-BE49-F238E27FC236}">
                            <a16:creationId xmlns:a16="http://schemas.microsoft.com/office/drawing/2014/main" id="{80A94119-836B-163E-8FC2-8DB13E8938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4101" y="57023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" name="Object 19">
            <a:extLst>
              <a:ext uri="{FF2B5EF4-FFF2-40B4-BE49-F238E27FC236}">
                <a16:creationId xmlns:a16="http://schemas.microsoft.com/office/drawing/2014/main" id="{AD0D896C-9D98-C03A-CBB2-075562EF4D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63000" y="57023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19100" imgH="469900" progId="Equation.3">
                  <p:embed/>
                </p:oleObj>
              </mc:Choice>
              <mc:Fallback>
                <p:oleObj name="Equation" r:id="rId9" imgW="419100" imgH="469900" progId="Equation.3">
                  <p:embed/>
                  <p:pic>
                    <p:nvPicPr>
                      <p:cNvPr id="40965" name="Object 19">
                        <a:extLst>
                          <a:ext uri="{FF2B5EF4-FFF2-40B4-BE49-F238E27FC236}">
                            <a16:creationId xmlns:a16="http://schemas.microsoft.com/office/drawing/2014/main" id="{AD0D896C-9D98-C03A-CBB2-075562EF4D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0" y="57023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81" name="Line 20">
            <a:extLst>
              <a:ext uri="{FF2B5EF4-FFF2-40B4-BE49-F238E27FC236}">
                <a16:creationId xmlns:a16="http://schemas.microsoft.com/office/drawing/2014/main" id="{B1E65755-4581-48E7-BD44-2838AC40B0A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60071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66" name="Object 23">
            <a:extLst>
              <a:ext uri="{FF2B5EF4-FFF2-40B4-BE49-F238E27FC236}">
                <a16:creationId xmlns:a16="http://schemas.microsoft.com/office/drawing/2014/main" id="{BE0423D0-5E2A-ACE6-9361-AFF700C64D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1800" y="56261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79279" imgH="380835" progId="Equation.3">
                  <p:embed/>
                </p:oleObj>
              </mc:Choice>
              <mc:Fallback>
                <p:oleObj name="Equation" r:id="rId11" imgW="279279" imgH="380835" progId="Equation.3">
                  <p:embed/>
                  <p:pic>
                    <p:nvPicPr>
                      <p:cNvPr id="40966" name="Object 23">
                        <a:extLst>
                          <a:ext uri="{FF2B5EF4-FFF2-40B4-BE49-F238E27FC236}">
                            <a16:creationId xmlns:a16="http://schemas.microsoft.com/office/drawing/2014/main" id="{BE0423D0-5E2A-ACE6-9361-AFF700C64D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56261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7" name="Object 24">
            <a:extLst>
              <a:ext uri="{FF2B5EF4-FFF2-40B4-BE49-F238E27FC236}">
                <a16:creationId xmlns:a16="http://schemas.microsoft.com/office/drawing/2014/main" id="{F3490C8E-6652-53A5-CBA5-C35D253191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77201" y="57023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40967" name="Object 24">
                        <a:extLst>
                          <a:ext uri="{FF2B5EF4-FFF2-40B4-BE49-F238E27FC236}">
                            <a16:creationId xmlns:a16="http://schemas.microsoft.com/office/drawing/2014/main" id="{F3490C8E-6652-53A5-CBA5-C35D253191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1" y="57023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82" name="Oval 25">
            <a:extLst>
              <a:ext uri="{FF2B5EF4-FFF2-40B4-BE49-F238E27FC236}">
                <a16:creationId xmlns:a16="http://schemas.microsoft.com/office/drawing/2014/main" id="{A77C8720-E5C3-B4F6-7E26-98BC8D86E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9900" y="4419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40968" name="Object 26">
            <a:extLst>
              <a:ext uri="{FF2B5EF4-FFF2-40B4-BE49-F238E27FC236}">
                <a16:creationId xmlns:a16="http://schemas.microsoft.com/office/drawing/2014/main" id="{3984F51D-FB03-1CAA-C92B-6523AD8F86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66101" y="44196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06224" imgH="469696" progId="Equation.3">
                  <p:embed/>
                </p:oleObj>
              </mc:Choice>
              <mc:Fallback>
                <p:oleObj name="Equation" r:id="rId15" imgW="406224" imgH="469696" progId="Equation.3">
                  <p:embed/>
                  <p:pic>
                    <p:nvPicPr>
                      <p:cNvPr id="40968" name="Object 26">
                        <a:extLst>
                          <a:ext uri="{FF2B5EF4-FFF2-40B4-BE49-F238E27FC236}">
                            <a16:creationId xmlns:a16="http://schemas.microsoft.com/office/drawing/2014/main" id="{3984F51D-FB03-1CAA-C92B-6523AD8F86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6101" y="44196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9" name="Object 29">
            <a:extLst>
              <a:ext uri="{FF2B5EF4-FFF2-40B4-BE49-F238E27FC236}">
                <a16:creationId xmlns:a16="http://schemas.microsoft.com/office/drawing/2014/main" id="{6974DFB2-BB25-F98A-F097-B4652DD5C6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43800" y="52451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79279" imgH="380835" progId="Equation.3">
                  <p:embed/>
                </p:oleObj>
              </mc:Choice>
              <mc:Fallback>
                <p:oleObj name="Equation" r:id="rId17" imgW="279279" imgH="380835" progId="Equation.3">
                  <p:embed/>
                  <p:pic>
                    <p:nvPicPr>
                      <p:cNvPr id="40969" name="Object 29">
                        <a:extLst>
                          <a:ext uri="{FF2B5EF4-FFF2-40B4-BE49-F238E27FC236}">
                            <a16:creationId xmlns:a16="http://schemas.microsoft.com/office/drawing/2014/main" id="{6974DFB2-BB25-F98A-F097-B4652DD5C6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52451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83" name="Freeform 31">
            <a:extLst>
              <a:ext uri="{FF2B5EF4-FFF2-40B4-BE49-F238E27FC236}">
                <a16:creationId xmlns:a16="http://schemas.microsoft.com/office/drawing/2014/main" id="{CFF5C104-CA4C-E394-C7BF-6BE2F370EBF7}"/>
              </a:ext>
            </a:extLst>
          </p:cNvPr>
          <p:cNvSpPr>
            <a:spLocks/>
          </p:cNvSpPr>
          <p:nvPr/>
        </p:nvSpPr>
        <p:spPr bwMode="auto">
          <a:xfrm>
            <a:off x="7924800" y="3644900"/>
            <a:ext cx="660400" cy="850900"/>
          </a:xfrm>
          <a:custGeom>
            <a:avLst/>
            <a:gdLst>
              <a:gd name="T0" fmla="*/ 383063737 w 416"/>
              <a:gd name="T1" fmla="*/ 1350803532 h 536"/>
              <a:gd name="T2" fmla="*/ 20161250 w 416"/>
              <a:gd name="T3" fmla="*/ 504031219 h 536"/>
              <a:gd name="T4" fmla="*/ 504031301 w 416"/>
              <a:gd name="T5" fmla="*/ 20161247 h 536"/>
              <a:gd name="T6" fmla="*/ 987901357 w 416"/>
              <a:gd name="T7" fmla="*/ 383063675 h 536"/>
              <a:gd name="T8" fmla="*/ 866933892 w 416"/>
              <a:gd name="T9" fmla="*/ 1229836087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40970" name="Object 32">
            <a:extLst>
              <a:ext uri="{FF2B5EF4-FFF2-40B4-BE49-F238E27FC236}">
                <a16:creationId xmlns:a16="http://schemas.microsoft.com/office/drawing/2014/main" id="{C6A7E502-1411-B1F7-6FD8-00EBFB3CD8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37501" y="32004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72808" imgH="444307" progId="Equation.3">
                  <p:embed/>
                </p:oleObj>
              </mc:Choice>
              <mc:Fallback>
                <p:oleObj name="Equation" r:id="rId18" imgW="672808" imgH="444307" progId="Equation.3">
                  <p:embed/>
                  <p:pic>
                    <p:nvPicPr>
                      <p:cNvPr id="40970" name="Object 32">
                        <a:extLst>
                          <a:ext uri="{FF2B5EF4-FFF2-40B4-BE49-F238E27FC236}">
                            <a16:creationId xmlns:a16="http://schemas.microsoft.com/office/drawing/2014/main" id="{C6A7E502-1411-B1F7-6FD8-00EBFB3CD8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7501" y="32004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84" name="Freeform 36">
            <a:extLst>
              <a:ext uri="{FF2B5EF4-FFF2-40B4-BE49-F238E27FC236}">
                <a16:creationId xmlns:a16="http://schemas.microsoft.com/office/drawing/2014/main" id="{466C5F97-1DCF-9843-E4B9-E21B83C85A05}"/>
              </a:ext>
            </a:extLst>
          </p:cNvPr>
          <p:cNvSpPr>
            <a:spLocks/>
          </p:cNvSpPr>
          <p:nvPr/>
        </p:nvSpPr>
        <p:spPr bwMode="auto">
          <a:xfrm>
            <a:off x="3810000" y="3975100"/>
            <a:ext cx="4343400" cy="1803400"/>
          </a:xfrm>
          <a:custGeom>
            <a:avLst/>
            <a:gdLst>
              <a:gd name="T0" fmla="*/ 0 w 2736"/>
              <a:gd name="T1" fmla="*/ 2147483647 h 1136"/>
              <a:gd name="T2" fmla="*/ 1814512646 w 2736"/>
              <a:gd name="T3" fmla="*/ 322579961 h 1136"/>
              <a:gd name="T4" fmla="*/ 2147483647 w 2736"/>
              <a:gd name="T5" fmla="*/ 927417498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pSp>
        <p:nvGrpSpPr>
          <p:cNvPr id="40985" name="Group 37">
            <a:extLst>
              <a:ext uri="{FF2B5EF4-FFF2-40B4-BE49-F238E27FC236}">
                <a16:creationId xmlns:a16="http://schemas.microsoft.com/office/drawing/2014/main" id="{D5A21B25-D131-A71F-55CD-B8A6E2E2E32F}"/>
              </a:ext>
            </a:extLst>
          </p:cNvPr>
          <p:cNvGrpSpPr>
            <a:grpSpLocks/>
          </p:cNvGrpSpPr>
          <p:nvPr/>
        </p:nvGrpSpPr>
        <p:grpSpPr bwMode="auto">
          <a:xfrm>
            <a:off x="8534401" y="4965700"/>
            <a:ext cx="900113" cy="609600"/>
            <a:chOff x="4224" y="1824"/>
            <a:chExt cx="567" cy="384"/>
          </a:xfrm>
        </p:grpSpPr>
        <p:graphicFrame>
          <p:nvGraphicFramePr>
            <p:cNvPr id="40971" name="Object 38">
              <a:extLst>
                <a:ext uri="{FF2B5EF4-FFF2-40B4-BE49-F238E27FC236}">
                  <a16:creationId xmlns:a16="http://schemas.microsoft.com/office/drawing/2014/main" id="{CFA7D0F0-51C2-0EC4-E295-3148C0045DA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672808" imgH="444307" progId="Equation.3">
                    <p:embed/>
                  </p:oleObj>
                </mc:Choice>
                <mc:Fallback>
                  <p:oleObj name="Equation" r:id="rId20" imgW="672808" imgH="444307" progId="Equation.3">
                    <p:embed/>
                    <p:pic>
                      <p:nvPicPr>
                        <p:cNvPr id="40971" name="Object 38">
                          <a:extLst>
                            <a:ext uri="{FF2B5EF4-FFF2-40B4-BE49-F238E27FC236}">
                              <a16:creationId xmlns:a16="http://schemas.microsoft.com/office/drawing/2014/main" id="{CFA7D0F0-51C2-0EC4-E295-3148C0045DA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87" name="Line 39">
              <a:extLst>
                <a:ext uri="{FF2B5EF4-FFF2-40B4-BE49-F238E27FC236}">
                  <a16:creationId xmlns:a16="http://schemas.microsoft.com/office/drawing/2014/main" id="{D88834EA-F329-0864-6BBB-DCD09149A9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40986" name="Picture 18">
            <a:extLst>
              <a:ext uri="{FF2B5EF4-FFF2-40B4-BE49-F238E27FC236}">
                <a16:creationId xmlns:a16="http://schemas.microsoft.com/office/drawing/2014/main" id="{99CCFA2E-F0CB-A314-2D60-A6531D4D8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371600"/>
            <a:ext cx="83058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B3F93-7426-AAD0-EF11-B1F39863D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DDA8E-D51A-669A-6B7E-5A7C5996B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types of Finite Automata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E79B2-FA8B-0214-E1C5-6C93C7908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DFA (Deterministic Finite Automata)</a:t>
            </a:r>
          </a:p>
          <a:p>
            <a:pPr marL="0" indent="0">
              <a:buNone/>
            </a:pPr>
            <a:r>
              <a:rPr lang="en-US" dirty="0"/>
              <a:t>NDFA (Non- Deterministic Finite Automata)</a:t>
            </a:r>
          </a:p>
        </p:txBody>
      </p:sp>
    </p:spTree>
    <p:extLst>
      <p:ext uri="{BB962C8B-B14F-4D97-AF65-F5344CB8AC3E}">
        <p14:creationId xmlns:p14="http://schemas.microsoft.com/office/powerpoint/2010/main" val="5758540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22BAD-9892-4882-8520-FB2F75772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between DFA and NDFA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6119A7-2FCE-2A06-3272-C5DE4A6EEC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2867" y="1363133"/>
            <a:ext cx="4715933" cy="5334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E0B6FB-C849-E00A-9AC1-C333CF8B4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467" y="1278467"/>
            <a:ext cx="5808133" cy="5711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0788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A1D19-7662-DF81-7A36-43A682786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69566E2-4EED-57FB-E247-DD5A291069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19333" y="533400"/>
            <a:ext cx="5264160" cy="4775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2BF02F-D85B-D5DD-AB29-0CDB47781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654800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5C4E051-3B2E-420A-2A4D-62631F838319}"/>
              </a:ext>
            </a:extLst>
          </p:cNvPr>
          <p:cNvSpPr txBox="1"/>
          <p:nvPr/>
        </p:nvSpPr>
        <p:spPr>
          <a:xfrm>
            <a:off x="6773333" y="5380672"/>
            <a:ext cx="52641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dead state is more common in a DFA because a DFA must define one transition for every input from every state, even if the input is not accepted.  In NFA, missing transitions are allowed, so dead states are often unnecessary.</a:t>
            </a:r>
          </a:p>
        </p:txBody>
      </p:sp>
    </p:spTree>
    <p:extLst>
      <p:ext uri="{BB962C8B-B14F-4D97-AF65-F5344CB8AC3E}">
        <p14:creationId xmlns:p14="http://schemas.microsoft.com/office/powerpoint/2010/main" val="3625043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372</Words>
  <Application>Microsoft Office PowerPoint</Application>
  <PresentationFormat>Widescreen</PresentationFormat>
  <Paragraphs>119</Paragraphs>
  <Slides>43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Aptos</vt:lpstr>
      <vt:lpstr>Aptos Display</vt:lpstr>
      <vt:lpstr>Arial</vt:lpstr>
      <vt:lpstr>Times New Roman</vt:lpstr>
      <vt:lpstr>Office Theme</vt:lpstr>
      <vt:lpstr>Equation</vt:lpstr>
      <vt:lpstr>Unit 1</vt:lpstr>
      <vt:lpstr>Finite Automata</vt:lpstr>
      <vt:lpstr>Why is Automata Theory Important?</vt:lpstr>
      <vt:lpstr>Formal Definition of Finite Automata</vt:lpstr>
      <vt:lpstr>Finite Automaton</vt:lpstr>
      <vt:lpstr>Transition Graph or Transition  Diagram or State Diagram</vt:lpstr>
      <vt:lpstr>Transition Table</vt:lpstr>
      <vt:lpstr>Initial Configuration</vt:lpstr>
      <vt:lpstr>Reading the Input</vt:lpstr>
      <vt:lpstr>PowerPoint Presentation</vt:lpstr>
      <vt:lpstr>PowerPoint Presentation</vt:lpstr>
      <vt:lpstr>PowerPoint Presentation</vt:lpstr>
      <vt:lpstr>PowerPoint Presentation</vt:lpstr>
      <vt:lpstr>Rejection</vt:lpstr>
      <vt:lpstr>PowerPoint Presentation</vt:lpstr>
      <vt:lpstr>PowerPoint Presentation</vt:lpstr>
      <vt:lpstr>PowerPoint Presentation</vt:lpstr>
      <vt:lpstr>PowerPoint Presentation</vt:lpstr>
      <vt:lpstr>Another Rejection</vt:lpstr>
      <vt:lpstr>PowerPoint Presentation</vt:lpstr>
      <vt:lpstr>Another Example</vt:lpstr>
      <vt:lpstr>PowerPoint Presentation</vt:lpstr>
      <vt:lpstr>PowerPoint Presentation</vt:lpstr>
      <vt:lpstr>PowerPoint Presentation</vt:lpstr>
      <vt:lpstr>PowerPoint Presentation</vt:lpstr>
      <vt:lpstr>Rejection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</vt:lpstr>
      <vt:lpstr>Example</vt:lpstr>
      <vt:lpstr>Transition Function </vt:lpstr>
      <vt:lpstr>PowerPoint Presentation</vt:lpstr>
      <vt:lpstr>PowerPoint Presentation</vt:lpstr>
      <vt:lpstr>PowerPoint Presentation</vt:lpstr>
      <vt:lpstr>Transition Function</vt:lpstr>
      <vt:lpstr>PowerPoint Presentation</vt:lpstr>
      <vt:lpstr>PowerPoint Presentation</vt:lpstr>
      <vt:lpstr>Two types of Finite Automata</vt:lpstr>
      <vt:lpstr>Difference between DFA and NDFA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Aarti Shar</dc:creator>
  <cp:lastModifiedBy>Aarti Shar</cp:lastModifiedBy>
  <cp:revision>4</cp:revision>
  <dcterms:created xsi:type="dcterms:W3CDTF">2025-08-30T17:27:35Z</dcterms:created>
  <dcterms:modified xsi:type="dcterms:W3CDTF">2025-08-30T18:40:37Z</dcterms:modified>
</cp:coreProperties>
</file>